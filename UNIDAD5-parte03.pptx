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26"/>
  </p:notesMasterIdLst>
  <p:sldIdLst>
    <p:sldId id="256" r:id="rId3"/>
    <p:sldId id="333" r:id="rId4"/>
    <p:sldId id="363" r:id="rId5"/>
    <p:sldId id="364" r:id="rId6"/>
    <p:sldId id="365" r:id="rId7"/>
    <p:sldId id="366" r:id="rId8"/>
    <p:sldId id="367" r:id="rId9"/>
    <p:sldId id="368" r:id="rId10"/>
    <p:sldId id="370" r:id="rId11"/>
    <p:sldId id="369" r:id="rId12"/>
    <p:sldId id="371" r:id="rId13"/>
    <p:sldId id="372" r:id="rId14"/>
    <p:sldId id="373" r:id="rId15"/>
    <p:sldId id="374" r:id="rId16"/>
    <p:sldId id="375" r:id="rId17"/>
    <p:sldId id="376" r:id="rId18"/>
    <p:sldId id="377" r:id="rId19"/>
    <p:sldId id="383" r:id="rId20"/>
    <p:sldId id="378" r:id="rId21"/>
    <p:sldId id="379" r:id="rId22"/>
    <p:sldId id="380" r:id="rId23"/>
    <p:sldId id="381" r:id="rId24"/>
    <p:sldId id="382" r:id="rId25"/>
  </p:sldIdLst>
  <p:sldSz cx="9144000" cy="6858000" type="screen4x3"/>
  <p:notesSz cx="7559675" cy="10691813"/>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312C65-07A6-4C51-A6EE-151E7E1C56F3}" v="29" dt="2022-12-15T08:22:18.61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49" autoAdjust="0"/>
    <p:restoredTop sz="94660"/>
  </p:normalViewPr>
  <p:slideViewPr>
    <p:cSldViewPr>
      <p:cViewPr varScale="1">
        <p:scale>
          <a:sx n="72" d="100"/>
          <a:sy n="72" d="100"/>
        </p:scale>
        <p:origin x="1146" y="6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Jesús Herrero de Cos" userId="1a803f82-0012-431b-a368-6f3c9304e3f9" providerId="ADAL" clId="{66312C65-07A6-4C51-A6EE-151E7E1C56F3}"/>
    <pc:docChg chg="undo custSel addSld delSld modSld sldOrd">
      <pc:chgData name="Luis Jesús Herrero de Cos" userId="1a803f82-0012-431b-a368-6f3c9304e3f9" providerId="ADAL" clId="{66312C65-07A6-4C51-A6EE-151E7E1C56F3}" dt="2022-12-15T08:56:37.045" v="8391" actId="14100"/>
      <pc:docMkLst>
        <pc:docMk/>
      </pc:docMkLst>
      <pc:sldChg chg="modSp mod">
        <pc:chgData name="Luis Jesús Herrero de Cos" userId="1a803f82-0012-431b-a368-6f3c9304e3f9" providerId="ADAL" clId="{66312C65-07A6-4C51-A6EE-151E7E1C56F3}" dt="2022-12-14T14:40:49.482" v="890" actId="20577"/>
        <pc:sldMkLst>
          <pc:docMk/>
          <pc:sldMk cId="0" sldId="333"/>
        </pc:sldMkLst>
        <pc:spChg chg="mod">
          <ac:chgData name="Luis Jesús Herrero de Cos" userId="1a803f82-0012-431b-a368-6f3c9304e3f9" providerId="ADAL" clId="{66312C65-07A6-4C51-A6EE-151E7E1C56F3}" dt="2022-12-14T14:40:49.482" v="890" actId="20577"/>
          <ac:spMkLst>
            <pc:docMk/>
            <pc:sldMk cId="0" sldId="333"/>
            <ac:spMk id="4" creationId="{9041D36B-4DD9-4565-B758-9BDFBCD024DC}"/>
          </ac:spMkLst>
        </pc:spChg>
        <pc:spChg chg="mod">
          <ac:chgData name="Luis Jesús Herrero de Cos" userId="1a803f82-0012-431b-a368-6f3c9304e3f9" providerId="ADAL" clId="{66312C65-07A6-4C51-A6EE-151E7E1C56F3}" dt="2022-12-14T11:27:29.631" v="5" actId="207"/>
          <ac:spMkLst>
            <pc:docMk/>
            <pc:sldMk cId="0" sldId="333"/>
            <ac:spMk id="6146" creationId="{A12A857D-45FE-426B-ABF3-6DCD73028A4B}"/>
          </ac:spMkLst>
        </pc:spChg>
      </pc:sldChg>
      <pc:sldChg chg="del">
        <pc:chgData name="Luis Jesús Herrero de Cos" userId="1a803f82-0012-431b-a368-6f3c9304e3f9" providerId="ADAL" clId="{66312C65-07A6-4C51-A6EE-151E7E1C56F3}" dt="2022-12-14T17:32:44.721" v="4739" actId="47"/>
        <pc:sldMkLst>
          <pc:docMk/>
          <pc:sldMk cId="3203813833" sldId="358"/>
        </pc:sldMkLst>
      </pc:sldChg>
      <pc:sldChg chg="del">
        <pc:chgData name="Luis Jesús Herrero de Cos" userId="1a803f82-0012-431b-a368-6f3c9304e3f9" providerId="ADAL" clId="{66312C65-07A6-4C51-A6EE-151E7E1C56F3}" dt="2022-12-14T17:32:44.721" v="4739" actId="47"/>
        <pc:sldMkLst>
          <pc:docMk/>
          <pc:sldMk cId="1494731762" sldId="359"/>
        </pc:sldMkLst>
      </pc:sldChg>
      <pc:sldChg chg="del">
        <pc:chgData name="Luis Jesús Herrero de Cos" userId="1a803f82-0012-431b-a368-6f3c9304e3f9" providerId="ADAL" clId="{66312C65-07A6-4C51-A6EE-151E7E1C56F3}" dt="2022-12-14T17:32:44.721" v="4739" actId="47"/>
        <pc:sldMkLst>
          <pc:docMk/>
          <pc:sldMk cId="208635678" sldId="360"/>
        </pc:sldMkLst>
      </pc:sldChg>
      <pc:sldChg chg="del">
        <pc:chgData name="Luis Jesús Herrero de Cos" userId="1a803f82-0012-431b-a368-6f3c9304e3f9" providerId="ADAL" clId="{66312C65-07A6-4C51-A6EE-151E7E1C56F3}" dt="2022-12-14T17:32:44.721" v="4739" actId="47"/>
        <pc:sldMkLst>
          <pc:docMk/>
          <pc:sldMk cId="2986731956" sldId="361"/>
        </pc:sldMkLst>
      </pc:sldChg>
      <pc:sldChg chg="del">
        <pc:chgData name="Luis Jesús Herrero de Cos" userId="1a803f82-0012-431b-a368-6f3c9304e3f9" providerId="ADAL" clId="{66312C65-07A6-4C51-A6EE-151E7E1C56F3}" dt="2022-12-14T17:32:44.721" v="4739" actId="47"/>
        <pc:sldMkLst>
          <pc:docMk/>
          <pc:sldMk cId="2603134040" sldId="362"/>
        </pc:sldMkLst>
      </pc:sldChg>
      <pc:sldChg chg="addSp delSp modSp mod ord">
        <pc:chgData name="Luis Jesús Herrero de Cos" userId="1a803f82-0012-431b-a368-6f3c9304e3f9" providerId="ADAL" clId="{66312C65-07A6-4C51-A6EE-151E7E1C56F3}" dt="2022-12-14T15:16:07.163" v="1547" actId="113"/>
        <pc:sldMkLst>
          <pc:docMk/>
          <pc:sldMk cId="3970804507" sldId="363"/>
        </pc:sldMkLst>
        <pc:spChg chg="mod">
          <ac:chgData name="Luis Jesús Herrero de Cos" userId="1a803f82-0012-431b-a368-6f3c9304e3f9" providerId="ADAL" clId="{66312C65-07A6-4C51-A6EE-151E7E1C56F3}" dt="2022-12-14T14:41:31.275" v="907" actId="20577"/>
          <ac:spMkLst>
            <pc:docMk/>
            <pc:sldMk cId="3970804507" sldId="363"/>
            <ac:spMk id="4" creationId="{9041D36B-4DD9-4565-B758-9BDFBCD024DC}"/>
          </ac:spMkLst>
        </pc:spChg>
        <pc:spChg chg="mod">
          <ac:chgData name="Luis Jesús Herrero de Cos" userId="1a803f82-0012-431b-a368-6f3c9304e3f9" providerId="ADAL" clId="{66312C65-07A6-4C51-A6EE-151E7E1C56F3}" dt="2022-12-14T15:16:07.163" v="1547" actId="113"/>
          <ac:spMkLst>
            <pc:docMk/>
            <pc:sldMk cId="3970804507" sldId="363"/>
            <ac:spMk id="6146" creationId="{A12A857D-45FE-426B-ABF3-6DCD73028A4B}"/>
          </ac:spMkLst>
        </pc:spChg>
        <pc:picChg chg="add del mod">
          <ac:chgData name="Luis Jesús Herrero de Cos" userId="1a803f82-0012-431b-a368-6f3c9304e3f9" providerId="ADAL" clId="{66312C65-07A6-4C51-A6EE-151E7E1C56F3}" dt="2022-12-14T15:12:32.180" v="1263" actId="478"/>
          <ac:picMkLst>
            <pc:docMk/>
            <pc:sldMk cId="3970804507" sldId="363"/>
            <ac:picMk id="3" creationId="{2B615829-CBD8-EE9E-A4AF-A4E46C556B1A}"/>
          </ac:picMkLst>
        </pc:picChg>
        <pc:picChg chg="add del mod">
          <ac:chgData name="Luis Jesús Herrero de Cos" userId="1a803f82-0012-431b-a368-6f3c9304e3f9" providerId="ADAL" clId="{66312C65-07A6-4C51-A6EE-151E7E1C56F3}" dt="2022-12-14T15:14:04.310" v="1268" actId="478"/>
          <ac:picMkLst>
            <pc:docMk/>
            <pc:sldMk cId="3970804507" sldId="363"/>
            <ac:picMk id="6" creationId="{A7882EC8-222C-CF8D-B352-6B4CFF004020}"/>
          </ac:picMkLst>
        </pc:picChg>
        <pc:picChg chg="add mod">
          <ac:chgData name="Luis Jesús Herrero de Cos" userId="1a803f82-0012-431b-a368-6f3c9304e3f9" providerId="ADAL" clId="{66312C65-07A6-4C51-A6EE-151E7E1C56F3}" dt="2022-12-14T15:14:12.328" v="1271" actId="14100"/>
          <ac:picMkLst>
            <pc:docMk/>
            <pc:sldMk cId="3970804507" sldId="363"/>
            <ac:picMk id="8" creationId="{33681C77-0482-622B-3E6E-46A32C00270A}"/>
          </ac:picMkLst>
        </pc:picChg>
      </pc:sldChg>
      <pc:sldChg chg="addSp delSp modSp add mod">
        <pc:chgData name="Luis Jesús Herrero de Cos" userId="1a803f82-0012-431b-a368-6f3c9304e3f9" providerId="ADAL" clId="{66312C65-07A6-4C51-A6EE-151E7E1C56F3}" dt="2022-12-14T14:42:52.280" v="938" actId="20577"/>
        <pc:sldMkLst>
          <pc:docMk/>
          <pc:sldMk cId="547229397" sldId="364"/>
        </pc:sldMkLst>
        <pc:spChg chg="add del">
          <ac:chgData name="Luis Jesús Herrero de Cos" userId="1a803f82-0012-431b-a368-6f3c9304e3f9" providerId="ADAL" clId="{66312C65-07A6-4C51-A6EE-151E7E1C56F3}" dt="2022-12-14T11:44:14.880" v="789"/>
          <ac:spMkLst>
            <pc:docMk/>
            <pc:sldMk cId="547229397" sldId="364"/>
            <ac:spMk id="2" creationId="{08A7701C-5464-FA88-E5B4-67FE9AFF49FB}"/>
          </ac:spMkLst>
        </pc:spChg>
        <pc:spChg chg="mod">
          <ac:chgData name="Luis Jesús Herrero de Cos" userId="1a803f82-0012-431b-a368-6f3c9304e3f9" providerId="ADAL" clId="{66312C65-07A6-4C51-A6EE-151E7E1C56F3}" dt="2022-12-14T14:42:52.280" v="938" actId="20577"/>
          <ac:spMkLst>
            <pc:docMk/>
            <pc:sldMk cId="547229397" sldId="364"/>
            <ac:spMk id="4" creationId="{9041D36B-4DD9-4565-B758-9BDFBCD024DC}"/>
          </ac:spMkLst>
        </pc:spChg>
        <pc:spChg chg="mod">
          <ac:chgData name="Luis Jesús Herrero de Cos" userId="1a803f82-0012-431b-a368-6f3c9304e3f9" providerId="ADAL" clId="{66312C65-07A6-4C51-A6EE-151E7E1C56F3}" dt="2022-12-14T11:45:31.081" v="886" actId="20577"/>
          <ac:spMkLst>
            <pc:docMk/>
            <pc:sldMk cId="547229397" sldId="364"/>
            <ac:spMk id="6146" creationId="{A12A857D-45FE-426B-ABF3-6DCD73028A4B}"/>
          </ac:spMkLst>
        </pc:spChg>
      </pc:sldChg>
      <pc:sldChg chg="addSp modSp add mod">
        <pc:chgData name="Luis Jesús Herrero de Cos" userId="1a803f82-0012-431b-a368-6f3c9304e3f9" providerId="ADAL" clId="{66312C65-07A6-4C51-A6EE-151E7E1C56F3}" dt="2022-12-14T15:00:38.472" v="1109" actId="14100"/>
        <pc:sldMkLst>
          <pc:docMk/>
          <pc:sldMk cId="1822754805" sldId="365"/>
        </pc:sldMkLst>
        <pc:spChg chg="mod">
          <ac:chgData name="Luis Jesús Herrero de Cos" userId="1a803f82-0012-431b-a368-6f3c9304e3f9" providerId="ADAL" clId="{66312C65-07A6-4C51-A6EE-151E7E1C56F3}" dt="2022-12-14T15:00:22.617" v="1106" actId="20577"/>
          <ac:spMkLst>
            <pc:docMk/>
            <pc:sldMk cId="1822754805" sldId="365"/>
            <ac:spMk id="6146" creationId="{A12A857D-45FE-426B-ABF3-6DCD73028A4B}"/>
          </ac:spMkLst>
        </pc:spChg>
        <pc:picChg chg="add mod">
          <ac:chgData name="Luis Jesús Herrero de Cos" userId="1a803f82-0012-431b-a368-6f3c9304e3f9" providerId="ADAL" clId="{66312C65-07A6-4C51-A6EE-151E7E1C56F3}" dt="2022-12-14T14:59:23.540" v="1099" actId="1076"/>
          <ac:picMkLst>
            <pc:docMk/>
            <pc:sldMk cId="1822754805" sldId="365"/>
            <ac:picMk id="3" creationId="{D13070E4-836E-514A-8235-D546AA6D8F9C}"/>
          </ac:picMkLst>
        </pc:picChg>
        <pc:picChg chg="add mod">
          <ac:chgData name="Luis Jesús Herrero de Cos" userId="1a803f82-0012-431b-a368-6f3c9304e3f9" providerId="ADAL" clId="{66312C65-07A6-4C51-A6EE-151E7E1C56F3}" dt="2022-12-14T15:00:26.798" v="1107" actId="1076"/>
          <ac:picMkLst>
            <pc:docMk/>
            <pc:sldMk cId="1822754805" sldId="365"/>
            <ac:picMk id="6" creationId="{E77AA4C7-C328-BE17-2D65-109975951770}"/>
          </ac:picMkLst>
        </pc:picChg>
        <pc:picChg chg="add mod">
          <ac:chgData name="Luis Jesús Herrero de Cos" userId="1a803f82-0012-431b-a368-6f3c9304e3f9" providerId="ADAL" clId="{66312C65-07A6-4C51-A6EE-151E7E1C56F3}" dt="2022-12-14T15:00:38.472" v="1109" actId="14100"/>
          <ac:picMkLst>
            <pc:docMk/>
            <pc:sldMk cId="1822754805" sldId="365"/>
            <ac:picMk id="8" creationId="{F561ADCE-7914-EE09-5365-940C7801DA43}"/>
          </ac:picMkLst>
        </pc:picChg>
      </pc:sldChg>
      <pc:sldChg chg="addSp modSp add mod">
        <pc:chgData name="Luis Jesús Herrero de Cos" userId="1a803f82-0012-431b-a368-6f3c9304e3f9" providerId="ADAL" clId="{66312C65-07A6-4C51-A6EE-151E7E1C56F3}" dt="2022-12-14T15:23:28.693" v="1573" actId="20577"/>
        <pc:sldMkLst>
          <pc:docMk/>
          <pc:sldMk cId="283131047" sldId="366"/>
        </pc:sldMkLst>
        <pc:spChg chg="mod">
          <ac:chgData name="Luis Jesús Herrero de Cos" userId="1a803f82-0012-431b-a368-6f3c9304e3f9" providerId="ADAL" clId="{66312C65-07A6-4C51-A6EE-151E7E1C56F3}" dt="2022-12-14T15:23:28.693" v="1573" actId="20577"/>
          <ac:spMkLst>
            <pc:docMk/>
            <pc:sldMk cId="283131047" sldId="366"/>
            <ac:spMk id="4" creationId="{9041D36B-4DD9-4565-B758-9BDFBCD024DC}"/>
          </ac:spMkLst>
        </pc:spChg>
        <pc:spChg chg="mod">
          <ac:chgData name="Luis Jesús Herrero de Cos" userId="1a803f82-0012-431b-a368-6f3c9304e3f9" providerId="ADAL" clId="{66312C65-07A6-4C51-A6EE-151E7E1C56F3}" dt="2022-12-14T15:21:54.242" v="1570" actId="20577"/>
          <ac:spMkLst>
            <pc:docMk/>
            <pc:sldMk cId="283131047" sldId="366"/>
            <ac:spMk id="6146" creationId="{A12A857D-45FE-426B-ABF3-6DCD73028A4B}"/>
          </ac:spMkLst>
        </pc:spChg>
        <pc:picChg chg="add mod">
          <ac:chgData name="Luis Jesús Herrero de Cos" userId="1a803f82-0012-431b-a368-6f3c9304e3f9" providerId="ADAL" clId="{66312C65-07A6-4C51-A6EE-151E7E1C56F3}" dt="2022-12-14T15:16:19.129" v="1548" actId="1076"/>
          <ac:picMkLst>
            <pc:docMk/>
            <pc:sldMk cId="283131047" sldId="366"/>
            <ac:picMk id="3" creationId="{C1629415-DB88-9EF0-0D87-A6AC70C7BA8E}"/>
          </ac:picMkLst>
        </pc:picChg>
        <pc:picChg chg="add mod">
          <ac:chgData name="Luis Jesús Herrero de Cos" userId="1a803f82-0012-431b-a368-6f3c9304e3f9" providerId="ADAL" clId="{66312C65-07A6-4C51-A6EE-151E7E1C56F3}" dt="2022-12-14T15:22:02.130" v="1571" actId="14100"/>
          <ac:picMkLst>
            <pc:docMk/>
            <pc:sldMk cId="283131047" sldId="366"/>
            <ac:picMk id="6" creationId="{7678E2DE-3B62-90CD-64AE-D8FFFB7138F7}"/>
          </ac:picMkLst>
        </pc:picChg>
      </pc:sldChg>
      <pc:sldChg chg="addSp delSp modSp add mod">
        <pc:chgData name="Luis Jesús Herrero de Cos" userId="1a803f82-0012-431b-a368-6f3c9304e3f9" providerId="ADAL" clId="{66312C65-07A6-4C51-A6EE-151E7E1C56F3}" dt="2022-12-14T16:08:29.538" v="2041" actId="22"/>
        <pc:sldMkLst>
          <pc:docMk/>
          <pc:sldMk cId="717989962" sldId="367"/>
        </pc:sldMkLst>
        <pc:spChg chg="mod">
          <ac:chgData name="Luis Jesús Herrero de Cos" userId="1a803f82-0012-431b-a368-6f3c9304e3f9" providerId="ADAL" clId="{66312C65-07A6-4C51-A6EE-151E7E1C56F3}" dt="2022-12-14T15:23:53.175" v="1599" actId="20577"/>
          <ac:spMkLst>
            <pc:docMk/>
            <pc:sldMk cId="717989962" sldId="367"/>
            <ac:spMk id="4" creationId="{9041D36B-4DD9-4565-B758-9BDFBCD024DC}"/>
          </ac:spMkLst>
        </pc:spChg>
        <pc:spChg chg="mod">
          <ac:chgData name="Luis Jesús Herrero de Cos" userId="1a803f82-0012-431b-a368-6f3c9304e3f9" providerId="ADAL" clId="{66312C65-07A6-4C51-A6EE-151E7E1C56F3}" dt="2022-12-14T15:27:20.958" v="2035" actId="6549"/>
          <ac:spMkLst>
            <pc:docMk/>
            <pc:sldMk cId="717989962" sldId="367"/>
            <ac:spMk id="6146" creationId="{A12A857D-45FE-426B-ABF3-6DCD73028A4B}"/>
          </ac:spMkLst>
        </pc:spChg>
        <pc:picChg chg="del mod">
          <ac:chgData name="Luis Jesús Herrero de Cos" userId="1a803f82-0012-431b-a368-6f3c9304e3f9" providerId="ADAL" clId="{66312C65-07A6-4C51-A6EE-151E7E1C56F3}" dt="2022-12-14T15:26:11.519" v="1863" actId="478"/>
          <ac:picMkLst>
            <pc:docMk/>
            <pc:sldMk cId="717989962" sldId="367"/>
            <ac:picMk id="3" creationId="{C1629415-DB88-9EF0-0D87-A6AC70C7BA8E}"/>
          </ac:picMkLst>
        </pc:picChg>
        <pc:picChg chg="add mod">
          <ac:chgData name="Luis Jesús Herrero de Cos" userId="1a803f82-0012-431b-a368-6f3c9304e3f9" providerId="ADAL" clId="{66312C65-07A6-4C51-A6EE-151E7E1C56F3}" dt="2022-12-14T15:52:24.493" v="2039" actId="1076"/>
          <ac:picMkLst>
            <pc:docMk/>
            <pc:sldMk cId="717989962" sldId="367"/>
            <ac:picMk id="5" creationId="{EADF2BFA-0A0A-DBCA-E461-A0DB7BE94246}"/>
          </ac:picMkLst>
        </pc:picChg>
        <pc:picChg chg="del">
          <ac:chgData name="Luis Jesús Herrero de Cos" userId="1a803f82-0012-431b-a368-6f3c9304e3f9" providerId="ADAL" clId="{66312C65-07A6-4C51-A6EE-151E7E1C56F3}" dt="2022-12-14T15:27:16.142" v="2034" actId="478"/>
          <ac:picMkLst>
            <pc:docMk/>
            <pc:sldMk cId="717989962" sldId="367"/>
            <ac:picMk id="6" creationId="{7678E2DE-3B62-90CD-64AE-D8FFFB7138F7}"/>
          </ac:picMkLst>
        </pc:picChg>
        <pc:picChg chg="add del">
          <ac:chgData name="Luis Jesús Herrero de Cos" userId="1a803f82-0012-431b-a368-6f3c9304e3f9" providerId="ADAL" clId="{66312C65-07A6-4C51-A6EE-151E7E1C56F3}" dt="2022-12-14T16:08:29.538" v="2041" actId="22"/>
          <ac:picMkLst>
            <pc:docMk/>
            <pc:sldMk cId="717989962" sldId="367"/>
            <ac:picMk id="8" creationId="{8E8E56E5-7AB2-F490-841B-253EA98670B6}"/>
          </ac:picMkLst>
        </pc:picChg>
      </pc:sldChg>
      <pc:sldChg chg="delSp modSp add mod">
        <pc:chgData name="Luis Jesús Herrero de Cos" userId="1a803f82-0012-431b-a368-6f3c9304e3f9" providerId="ADAL" clId="{66312C65-07A6-4C51-A6EE-151E7E1C56F3}" dt="2022-12-14T16:15:58.009" v="2433" actId="113"/>
        <pc:sldMkLst>
          <pc:docMk/>
          <pc:sldMk cId="873639096" sldId="368"/>
        </pc:sldMkLst>
        <pc:spChg chg="mod">
          <ac:chgData name="Luis Jesús Herrero de Cos" userId="1a803f82-0012-431b-a368-6f3c9304e3f9" providerId="ADAL" clId="{66312C65-07A6-4C51-A6EE-151E7E1C56F3}" dt="2022-12-14T16:09:39.211" v="2060" actId="20577"/>
          <ac:spMkLst>
            <pc:docMk/>
            <pc:sldMk cId="873639096" sldId="368"/>
            <ac:spMk id="4" creationId="{9041D36B-4DD9-4565-B758-9BDFBCD024DC}"/>
          </ac:spMkLst>
        </pc:spChg>
        <pc:spChg chg="mod">
          <ac:chgData name="Luis Jesús Herrero de Cos" userId="1a803f82-0012-431b-a368-6f3c9304e3f9" providerId="ADAL" clId="{66312C65-07A6-4C51-A6EE-151E7E1C56F3}" dt="2022-12-14T16:15:58.009" v="2433" actId="113"/>
          <ac:spMkLst>
            <pc:docMk/>
            <pc:sldMk cId="873639096" sldId="368"/>
            <ac:spMk id="6146" creationId="{A12A857D-45FE-426B-ABF3-6DCD73028A4B}"/>
          </ac:spMkLst>
        </pc:spChg>
        <pc:picChg chg="del">
          <ac:chgData name="Luis Jesús Herrero de Cos" userId="1a803f82-0012-431b-a368-6f3c9304e3f9" providerId="ADAL" clId="{66312C65-07A6-4C51-A6EE-151E7E1C56F3}" dt="2022-12-14T16:11:43.083" v="2272" actId="478"/>
          <ac:picMkLst>
            <pc:docMk/>
            <pc:sldMk cId="873639096" sldId="368"/>
            <ac:picMk id="5" creationId="{EADF2BFA-0A0A-DBCA-E461-A0DB7BE94246}"/>
          </ac:picMkLst>
        </pc:picChg>
      </pc:sldChg>
      <pc:sldChg chg="addSp delSp modSp add mod ord">
        <pc:chgData name="Luis Jesús Herrero de Cos" userId="1a803f82-0012-431b-a368-6f3c9304e3f9" providerId="ADAL" clId="{66312C65-07A6-4C51-A6EE-151E7E1C56F3}" dt="2022-12-14T16:46:07.340" v="2909" actId="1076"/>
        <pc:sldMkLst>
          <pc:docMk/>
          <pc:sldMk cId="4001733120" sldId="369"/>
        </pc:sldMkLst>
        <pc:spChg chg="mod">
          <ac:chgData name="Luis Jesús Herrero de Cos" userId="1a803f82-0012-431b-a368-6f3c9304e3f9" providerId="ADAL" clId="{66312C65-07A6-4C51-A6EE-151E7E1C56F3}" dt="2022-12-14T16:46:03.475" v="2908" actId="948"/>
          <ac:spMkLst>
            <pc:docMk/>
            <pc:sldMk cId="4001733120" sldId="369"/>
            <ac:spMk id="6146" creationId="{A12A857D-45FE-426B-ABF3-6DCD73028A4B}"/>
          </ac:spMkLst>
        </pc:spChg>
        <pc:picChg chg="add del mod">
          <ac:chgData name="Luis Jesús Herrero de Cos" userId="1a803f82-0012-431b-a368-6f3c9304e3f9" providerId="ADAL" clId="{66312C65-07A6-4C51-A6EE-151E7E1C56F3}" dt="2022-12-14T16:38:34.042" v="2633" actId="478"/>
          <ac:picMkLst>
            <pc:docMk/>
            <pc:sldMk cId="4001733120" sldId="369"/>
            <ac:picMk id="3" creationId="{96F8E06A-6806-193E-6580-875094AA9F7B}"/>
          </ac:picMkLst>
        </pc:picChg>
        <pc:picChg chg="add mod">
          <ac:chgData name="Luis Jesús Herrero de Cos" userId="1a803f82-0012-431b-a368-6f3c9304e3f9" providerId="ADAL" clId="{66312C65-07A6-4C51-A6EE-151E7E1C56F3}" dt="2022-12-14T16:43:09.417" v="2867" actId="14100"/>
          <ac:picMkLst>
            <pc:docMk/>
            <pc:sldMk cId="4001733120" sldId="369"/>
            <ac:picMk id="6" creationId="{4FEFA35D-6E3E-DC08-1CCE-05DBF89A77EC}"/>
          </ac:picMkLst>
        </pc:picChg>
        <pc:picChg chg="add mod">
          <ac:chgData name="Luis Jesús Herrero de Cos" userId="1a803f82-0012-431b-a368-6f3c9304e3f9" providerId="ADAL" clId="{66312C65-07A6-4C51-A6EE-151E7E1C56F3}" dt="2022-12-14T16:46:07.340" v="2909" actId="1076"/>
          <ac:picMkLst>
            <pc:docMk/>
            <pc:sldMk cId="4001733120" sldId="369"/>
            <ac:picMk id="8" creationId="{F3B5F15F-C67B-5798-3F83-CD6161FCABF4}"/>
          </ac:picMkLst>
        </pc:picChg>
      </pc:sldChg>
      <pc:sldChg chg="modSp add mod">
        <pc:chgData name="Luis Jesús Herrero de Cos" userId="1a803f82-0012-431b-a368-6f3c9304e3f9" providerId="ADAL" clId="{66312C65-07A6-4C51-A6EE-151E7E1C56F3}" dt="2022-12-14T16:41:14.102" v="2849" actId="1076"/>
        <pc:sldMkLst>
          <pc:docMk/>
          <pc:sldMk cId="3375671169" sldId="370"/>
        </pc:sldMkLst>
        <pc:spChg chg="mod">
          <ac:chgData name="Luis Jesús Herrero de Cos" userId="1a803f82-0012-431b-a368-6f3c9304e3f9" providerId="ADAL" clId="{66312C65-07A6-4C51-A6EE-151E7E1C56F3}" dt="2022-12-14T16:41:08.942" v="2848" actId="20577"/>
          <ac:spMkLst>
            <pc:docMk/>
            <pc:sldMk cId="3375671169" sldId="370"/>
            <ac:spMk id="6146" creationId="{A12A857D-45FE-426B-ABF3-6DCD73028A4B}"/>
          </ac:spMkLst>
        </pc:spChg>
        <pc:picChg chg="mod">
          <ac:chgData name="Luis Jesús Herrero de Cos" userId="1a803f82-0012-431b-a368-6f3c9304e3f9" providerId="ADAL" clId="{66312C65-07A6-4C51-A6EE-151E7E1C56F3}" dt="2022-12-14T16:41:14.102" v="2849" actId="1076"/>
          <ac:picMkLst>
            <pc:docMk/>
            <pc:sldMk cId="3375671169" sldId="370"/>
            <ac:picMk id="3" creationId="{96F8E06A-6806-193E-6580-875094AA9F7B}"/>
          </ac:picMkLst>
        </pc:picChg>
      </pc:sldChg>
      <pc:sldChg chg="addSp delSp modSp add mod">
        <pc:chgData name="Luis Jesús Herrero de Cos" userId="1a803f82-0012-431b-a368-6f3c9304e3f9" providerId="ADAL" clId="{66312C65-07A6-4C51-A6EE-151E7E1C56F3}" dt="2022-12-14T16:59:45.637" v="3456" actId="14100"/>
        <pc:sldMkLst>
          <pc:docMk/>
          <pc:sldMk cId="2183168207" sldId="371"/>
        </pc:sldMkLst>
        <pc:spChg chg="mod">
          <ac:chgData name="Luis Jesús Herrero de Cos" userId="1a803f82-0012-431b-a368-6f3c9304e3f9" providerId="ADAL" clId="{66312C65-07A6-4C51-A6EE-151E7E1C56F3}" dt="2022-12-14T16:59:34.998" v="3455" actId="20577"/>
          <ac:spMkLst>
            <pc:docMk/>
            <pc:sldMk cId="2183168207" sldId="371"/>
            <ac:spMk id="6146" creationId="{A12A857D-45FE-426B-ABF3-6DCD73028A4B}"/>
          </ac:spMkLst>
        </pc:spChg>
        <pc:picChg chg="add mod">
          <ac:chgData name="Luis Jesús Herrero de Cos" userId="1a803f82-0012-431b-a368-6f3c9304e3f9" providerId="ADAL" clId="{66312C65-07A6-4C51-A6EE-151E7E1C56F3}" dt="2022-12-14T16:59:45.637" v="3456" actId="14100"/>
          <ac:picMkLst>
            <pc:docMk/>
            <pc:sldMk cId="2183168207" sldId="371"/>
            <ac:picMk id="3" creationId="{81676548-3071-2E15-F198-8907EC2163E8}"/>
          </ac:picMkLst>
        </pc:picChg>
        <pc:picChg chg="del mod">
          <ac:chgData name="Luis Jesús Herrero de Cos" userId="1a803f82-0012-431b-a368-6f3c9304e3f9" providerId="ADAL" clId="{66312C65-07A6-4C51-A6EE-151E7E1C56F3}" dt="2022-12-14T16:52:53.722" v="3299" actId="478"/>
          <ac:picMkLst>
            <pc:docMk/>
            <pc:sldMk cId="2183168207" sldId="371"/>
            <ac:picMk id="6" creationId="{4FEFA35D-6E3E-DC08-1CCE-05DBF89A77EC}"/>
          </ac:picMkLst>
        </pc:picChg>
        <pc:picChg chg="del">
          <ac:chgData name="Luis Jesús Herrero de Cos" userId="1a803f82-0012-431b-a368-6f3c9304e3f9" providerId="ADAL" clId="{66312C65-07A6-4C51-A6EE-151E7E1C56F3}" dt="2022-12-14T16:52:56.329" v="3300" actId="478"/>
          <ac:picMkLst>
            <pc:docMk/>
            <pc:sldMk cId="2183168207" sldId="371"/>
            <ac:picMk id="8" creationId="{F3B5F15F-C67B-5798-3F83-CD6161FCABF4}"/>
          </ac:picMkLst>
        </pc:picChg>
      </pc:sldChg>
      <pc:sldChg chg="addSp delSp modSp add mod">
        <pc:chgData name="Luis Jesús Herrero de Cos" userId="1a803f82-0012-431b-a368-6f3c9304e3f9" providerId="ADAL" clId="{66312C65-07A6-4C51-A6EE-151E7E1C56F3}" dt="2022-12-14T17:08:58.158" v="3710" actId="14100"/>
        <pc:sldMkLst>
          <pc:docMk/>
          <pc:sldMk cId="4058977183" sldId="372"/>
        </pc:sldMkLst>
        <pc:spChg chg="mod">
          <ac:chgData name="Luis Jesús Herrero de Cos" userId="1a803f82-0012-431b-a368-6f3c9304e3f9" providerId="ADAL" clId="{66312C65-07A6-4C51-A6EE-151E7E1C56F3}" dt="2022-12-14T17:08:35.784" v="3706" actId="6549"/>
          <ac:spMkLst>
            <pc:docMk/>
            <pc:sldMk cId="4058977183" sldId="372"/>
            <ac:spMk id="6146" creationId="{A12A857D-45FE-426B-ABF3-6DCD73028A4B}"/>
          </ac:spMkLst>
        </pc:spChg>
        <pc:picChg chg="del">
          <ac:chgData name="Luis Jesús Herrero de Cos" userId="1a803f82-0012-431b-a368-6f3c9304e3f9" providerId="ADAL" clId="{66312C65-07A6-4C51-A6EE-151E7E1C56F3}" dt="2022-12-14T17:08:38.264" v="3707" actId="478"/>
          <ac:picMkLst>
            <pc:docMk/>
            <pc:sldMk cId="4058977183" sldId="372"/>
            <ac:picMk id="3" creationId="{81676548-3071-2E15-F198-8907EC2163E8}"/>
          </ac:picMkLst>
        </pc:picChg>
        <pc:picChg chg="add mod">
          <ac:chgData name="Luis Jesús Herrero de Cos" userId="1a803f82-0012-431b-a368-6f3c9304e3f9" providerId="ADAL" clId="{66312C65-07A6-4C51-A6EE-151E7E1C56F3}" dt="2022-12-14T17:08:58.158" v="3710" actId="14100"/>
          <ac:picMkLst>
            <pc:docMk/>
            <pc:sldMk cId="4058977183" sldId="372"/>
            <ac:picMk id="5" creationId="{975AF207-F069-EDAC-3EED-2C071F99AB12}"/>
          </ac:picMkLst>
        </pc:picChg>
      </pc:sldChg>
      <pc:sldChg chg="addSp delSp modSp add mod">
        <pc:chgData name="Luis Jesús Herrero de Cos" userId="1a803f82-0012-431b-a368-6f3c9304e3f9" providerId="ADAL" clId="{66312C65-07A6-4C51-A6EE-151E7E1C56F3}" dt="2022-12-14T17:16:09.873" v="3983" actId="14100"/>
        <pc:sldMkLst>
          <pc:docMk/>
          <pc:sldMk cId="532875044" sldId="373"/>
        </pc:sldMkLst>
        <pc:spChg chg="mod">
          <ac:chgData name="Luis Jesús Herrero de Cos" userId="1a803f82-0012-431b-a368-6f3c9304e3f9" providerId="ADAL" clId="{66312C65-07A6-4C51-A6EE-151E7E1C56F3}" dt="2022-12-14T17:15:11.368" v="3979" actId="20577"/>
          <ac:spMkLst>
            <pc:docMk/>
            <pc:sldMk cId="532875044" sldId="373"/>
            <ac:spMk id="6146" creationId="{A12A857D-45FE-426B-ABF3-6DCD73028A4B}"/>
          </ac:spMkLst>
        </pc:spChg>
        <pc:picChg chg="add mod">
          <ac:chgData name="Luis Jesús Herrero de Cos" userId="1a803f82-0012-431b-a368-6f3c9304e3f9" providerId="ADAL" clId="{66312C65-07A6-4C51-A6EE-151E7E1C56F3}" dt="2022-12-14T17:16:09.873" v="3983" actId="14100"/>
          <ac:picMkLst>
            <pc:docMk/>
            <pc:sldMk cId="532875044" sldId="373"/>
            <ac:picMk id="3" creationId="{866460A0-0D51-1B0C-E1C2-46F2BD83B531}"/>
          </ac:picMkLst>
        </pc:picChg>
        <pc:picChg chg="del">
          <ac:chgData name="Luis Jesús Herrero de Cos" userId="1a803f82-0012-431b-a368-6f3c9304e3f9" providerId="ADAL" clId="{66312C65-07A6-4C51-A6EE-151E7E1C56F3}" dt="2022-12-14T17:15:14.059" v="3980" actId="478"/>
          <ac:picMkLst>
            <pc:docMk/>
            <pc:sldMk cId="532875044" sldId="373"/>
            <ac:picMk id="5" creationId="{975AF207-F069-EDAC-3EED-2C071F99AB12}"/>
          </ac:picMkLst>
        </pc:picChg>
      </pc:sldChg>
      <pc:sldChg chg="addSp delSp modSp add mod">
        <pc:chgData name="Luis Jesús Herrero de Cos" userId="1a803f82-0012-431b-a368-6f3c9304e3f9" providerId="ADAL" clId="{66312C65-07A6-4C51-A6EE-151E7E1C56F3}" dt="2022-12-14T22:05:01.069" v="4957" actId="14100"/>
        <pc:sldMkLst>
          <pc:docMk/>
          <pc:sldMk cId="3279822103" sldId="374"/>
        </pc:sldMkLst>
        <pc:spChg chg="mod">
          <ac:chgData name="Luis Jesús Herrero de Cos" userId="1a803f82-0012-431b-a368-6f3c9304e3f9" providerId="ADAL" clId="{66312C65-07A6-4C51-A6EE-151E7E1C56F3}" dt="2022-12-14T17:23:13.353" v="4032" actId="20577"/>
          <ac:spMkLst>
            <pc:docMk/>
            <pc:sldMk cId="3279822103" sldId="374"/>
            <ac:spMk id="4" creationId="{9041D36B-4DD9-4565-B758-9BDFBCD024DC}"/>
          </ac:spMkLst>
        </pc:spChg>
        <pc:spChg chg="mod">
          <ac:chgData name="Luis Jesús Herrero de Cos" userId="1a803f82-0012-431b-a368-6f3c9304e3f9" providerId="ADAL" clId="{66312C65-07A6-4C51-A6EE-151E7E1C56F3}" dt="2022-12-14T22:03:11.176" v="4952" actId="6549"/>
          <ac:spMkLst>
            <pc:docMk/>
            <pc:sldMk cId="3279822103" sldId="374"/>
            <ac:spMk id="6146" creationId="{A12A857D-45FE-426B-ABF3-6DCD73028A4B}"/>
          </ac:spMkLst>
        </pc:spChg>
        <pc:picChg chg="del">
          <ac:chgData name="Luis Jesús Herrero de Cos" userId="1a803f82-0012-431b-a368-6f3c9304e3f9" providerId="ADAL" clId="{66312C65-07A6-4C51-A6EE-151E7E1C56F3}" dt="2022-12-14T17:26:11.463" v="4470" actId="478"/>
          <ac:picMkLst>
            <pc:docMk/>
            <pc:sldMk cId="3279822103" sldId="374"/>
            <ac:picMk id="3" creationId="{866460A0-0D51-1B0C-E1C2-46F2BD83B531}"/>
          </ac:picMkLst>
        </pc:picChg>
        <pc:picChg chg="add del mod">
          <ac:chgData name="Luis Jesús Herrero de Cos" userId="1a803f82-0012-431b-a368-6f3c9304e3f9" providerId="ADAL" clId="{66312C65-07A6-4C51-A6EE-151E7E1C56F3}" dt="2022-12-14T22:04:50.517" v="4954" actId="478"/>
          <ac:picMkLst>
            <pc:docMk/>
            <pc:sldMk cId="3279822103" sldId="374"/>
            <ac:picMk id="5" creationId="{9733B888-0447-0C8B-EA95-5B4F8C195876}"/>
          </ac:picMkLst>
        </pc:picChg>
        <pc:picChg chg="add mod">
          <ac:chgData name="Luis Jesús Herrero de Cos" userId="1a803f82-0012-431b-a368-6f3c9304e3f9" providerId="ADAL" clId="{66312C65-07A6-4C51-A6EE-151E7E1C56F3}" dt="2022-12-14T22:05:01.069" v="4957" actId="14100"/>
          <ac:picMkLst>
            <pc:docMk/>
            <pc:sldMk cId="3279822103" sldId="374"/>
            <ac:picMk id="7" creationId="{E6024965-F15B-F0CC-B94B-C7EDD2CFE73A}"/>
          </ac:picMkLst>
        </pc:picChg>
      </pc:sldChg>
      <pc:sldChg chg="addSp delSp modSp add mod">
        <pc:chgData name="Luis Jesús Herrero de Cos" userId="1a803f82-0012-431b-a368-6f3c9304e3f9" providerId="ADAL" clId="{66312C65-07A6-4C51-A6EE-151E7E1C56F3}" dt="2022-12-14T22:31:54.845" v="6164" actId="14100"/>
        <pc:sldMkLst>
          <pc:docMk/>
          <pc:sldMk cId="843375181" sldId="375"/>
        </pc:sldMkLst>
        <pc:spChg chg="mod">
          <ac:chgData name="Luis Jesús Herrero de Cos" userId="1a803f82-0012-431b-a368-6f3c9304e3f9" providerId="ADAL" clId="{66312C65-07A6-4C51-A6EE-151E7E1C56F3}" dt="2022-12-14T22:20:36.694" v="5694" actId="20577"/>
          <ac:spMkLst>
            <pc:docMk/>
            <pc:sldMk cId="843375181" sldId="375"/>
            <ac:spMk id="6146" creationId="{A12A857D-45FE-426B-ABF3-6DCD73028A4B}"/>
          </ac:spMkLst>
        </pc:spChg>
        <pc:picChg chg="add del mod">
          <ac:chgData name="Luis Jesús Herrero de Cos" userId="1a803f82-0012-431b-a368-6f3c9304e3f9" providerId="ADAL" clId="{66312C65-07A6-4C51-A6EE-151E7E1C56F3}" dt="2022-12-14T22:31:44.500" v="6161" actId="478"/>
          <ac:picMkLst>
            <pc:docMk/>
            <pc:sldMk cId="843375181" sldId="375"/>
            <ac:picMk id="3" creationId="{7B505089-69AA-30FE-0874-FC1F7C708949}"/>
          </ac:picMkLst>
        </pc:picChg>
        <pc:picChg chg="add del">
          <ac:chgData name="Luis Jesús Herrero de Cos" userId="1a803f82-0012-431b-a368-6f3c9304e3f9" providerId="ADAL" clId="{66312C65-07A6-4C51-A6EE-151E7E1C56F3}" dt="2022-12-14T22:23:06.791" v="5699" actId="22"/>
          <ac:picMkLst>
            <pc:docMk/>
            <pc:sldMk cId="843375181" sldId="375"/>
            <ac:picMk id="6" creationId="{F4D3BF9B-C9A4-1705-124D-A35D660FFA7C}"/>
          </ac:picMkLst>
        </pc:picChg>
        <pc:picChg chg="del mod">
          <ac:chgData name="Luis Jesús Herrero de Cos" userId="1a803f82-0012-431b-a368-6f3c9304e3f9" providerId="ADAL" clId="{66312C65-07A6-4C51-A6EE-151E7E1C56F3}" dt="2022-12-14T22:19:21.203" v="5602" actId="478"/>
          <ac:picMkLst>
            <pc:docMk/>
            <pc:sldMk cId="843375181" sldId="375"/>
            <ac:picMk id="7" creationId="{E6024965-F15B-F0CC-B94B-C7EDD2CFE73A}"/>
          </ac:picMkLst>
        </pc:picChg>
        <pc:picChg chg="add mod">
          <ac:chgData name="Luis Jesús Herrero de Cos" userId="1a803f82-0012-431b-a368-6f3c9304e3f9" providerId="ADAL" clId="{66312C65-07A6-4C51-A6EE-151E7E1C56F3}" dt="2022-12-14T22:31:54.845" v="6164" actId="14100"/>
          <ac:picMkLst>
            <pc:docMk/>
            <pc:sldMk cId="843375181" sldId="375"/>
            <ac:picMk id="9" creationId="{8BD0DE1E-06B5-B21C-3028-0E994C39E7FD}"/>
          </ac:picMkLst>
        </pc:picChg>
      </pc:sldChg>
      <pc:sldChg chg="addSp delSp modSp add mod">
        <pc:chgData name="Luis Jesús Herrero de Cos" userId="1a803f82-0012-431b-a368-6f3c9304e3f9" providerId="ADAL" clId="{66312C65-07A6-4C51-A6EE-151E7E1C56F3}" dt="2022-12-14T22:44:02.867" v="6170" actId="20577"/>
        <pc:sldMkLst>
          <pc:docMk/>
          <pc:sldMk cId="1436568075" sldId="376"/>
        </pc:sldMkLst>
        <pc:spChg chg="mod">
          <ac:chgData name="Luis Jesús Herrero de Cos" userId="1a803f82-0012-431b-a368-6f3c9304e3f9" providerId="ADAL" clId="{66312C65-07A6-4C51-A6EE-151E7E1C56F3}" dt="2022-12-14T22:44:02.867" v="6170" actId="20577"/>
          <ac:spMkLst>
            <pc:docMk/>
            <pc:sldMk cId="1436568075" sldId="376"/>
            <ac:spMk id="6146" creationId="{A12A857D-45FE-426B-ABF3-6DCD73028A4B}"/>
          </ac:spMkLst>
        </pc:spChg>
        <pc:picChg chg="del">
          <ac:chgData name="Luis Jesús Herrero de Cos" userId="1a803f82-0012-431b-a368-6f3c9304e3f9" providerId="ADAL" clId="{66312C65-07A6-4C51-A6EE-151E7E1C56F3}" dt="2022-12-14T22:25:47.879" v="5918" actId="478"/>
          <ac:picMkLst>
            <pc:docMk/>
            <pc:sldMk cId="1436568075" sldId="376"/>
            <ac:picMk id="3" creationId="{7B505089-69AA-30FE-0874-FC1F7C708949}"/>
          </ac:picMkLst>
        </pc:picChg>
        <pc:picChg chg="add mod">
          <ac:chgData name="Luis Jesús Herrero de Cos" userId="1a803f82-0012-431b-a368-6f3c9304e3f9" providerId="ADAL" clId="{66312C65-07A6-4C51-A6EE-151E7E1C56F3}" dt="2022-12-14T22:43:57.427" v="6169" actId="1076"/>
          <ac:picMkLst>
            <pc:docMk/>
            <pc:sldMk cId="1436568075" sldId="376"/>
            <ac:picMk id="5" creationId="{66734128-DD65-AE97-64F0-3E092822DB66}"/>
          </ac:picMkLst>
        </pc:picChg>
      </pc:sldChg>
      <pc:sldChg chg="delSp modSp add mod">
        <pc:chgData name="Luis Jesús Herrero de Cos" userId="1a803f82-0012-431b-a368-6f3c9304e3f9" providerId="ADAL" clId="{66312C65-07A6-4C51-A6EE-151E7E1C56F3}" dt="2022-12-15T07:40:24.225" v="7493" actId="20577"/>
        <pc:sldMkLst>
          <pc:docMk/>
          <pc:sldMk cId="1959695879" sldId="377"/>
        </pc:sldMkLst>
        <pc:spChg chg="mod">
          <ac:chgData name="Luis Jesús Herrero de Cos" userId="1a803f82-0012-431b-a368-6f3c9304e3f9" providerId="ADAL" clId="{66312C65-07A6-4C51-A6EE-151E7E1C56F3}" dt="2022-12-15T07:40:24.225" v="7493" actId="20577"/>
          <ac:spMkLst>
            <pc:docMk/>
            <pc:sldMk cId="1959695879" sldId="377"/>
            <ac:spMk id="6146" creationId="{A12A857D-45FE-426B-ABF3-6DCD73028A4B}"/>
          </ac:spMkLst>
        </pc:spChg>
        <pc:picChg chg="del">
          <ac:chgData name="Luis Jesús Herrero de Cos" userId="1a803f82-0012-431b-a368-6f3c9304e3f9" providerId="ADAL" clId="{66312C65-07A6-4C51-A6EE-151E7E1C56F3}" dt="2022-12-14T22:47:54.780" v="6317" actId="478"/>
          <ac:picMkLst>
            <pc:docMk/>
            <pc:sldMk cId="1959695879" sldId="377"/>
            <ac:picMk id="9" creationId="{8BD0DE1E-06B5-B21C-3028-0E994C39E7FD}"/>
          </ac:picMkLst>
        </pc:picChg>
      </pc:sldChg>
      <pc:sldChg chg="addSp delSp modSp add mod">
        <pc:chgData name="Luis Jesús Herrero de Cos" userId="1a803f82-0012-431b-a368-6f3c9304e3f9" providerId="ADAL" clId="{66312C65-07A6-4C51-A6EE-151E7E1C56F3}" dt="2022-12-15T08:21:28.223" v="7946" actId="20577"/>
        <pc:sldMkLst>
          <pc:docMk/>
          <pc:sldMk cId="174437001" sldId="378"/>
        </pc:sldMkLst>
        <pc:spChg chg="mod">
          <ac:chgData name="Luis Jesús Herrero de Cos" userId="1a803f82-0012-431b-a368-6f3c9304e3f9" providerId="ADAL" clId="{66312C65-07A6-4C51-A6EE-151E7E1C56F3}" dt="2022-12-15T08:21:28.223" v="7946" actId="20577"/>
          <ac:spMkLst>
            <pc:docMk/>
            <pc:sldMk cId="174437001" sldId="378"/>
            <ac:spMk id="4" creationId="{9041D36B-4DD9-4565-B758-9BDFBCD024DC}"/>
          </ac:spMkLst>
        </pc:spChg>
        <pc:spChg chg="mod">
          <ac:chgData name="Luis Jesús Herrero de Cos" userId="1a803f82-0012-431b-a368-6f3c9304e3f9" providerId="ADAL" clId="{66312C65-07A6-4C51-A6EE-151E7E1C56F3}" dt="2022-12-14T23:14:40.957" v="6890" actId="6549"/>
          <ac:spMkLst>
            <pc:docMk/>
            <pc:sldMk cId="174437001" sldId="378"/>
            <ac:spMk id="6146" creationId="{A12A857D-45FE-426B-ABF3-6DCD73028A4B}"/>
          </ac:spMkLst>
        </pc:spChg>
        <pc:picChg chg="add mod">
          <ac:chgData name="Luis Jesús Herrero de Cos" userId="1a803f82-0012-431b-a368-6f3c9304e3f9" providerId="ADAL" clId="{66312C65-07A6-4C51-A6EE-151E7E1C56F3}" dt="2022-12-14T23:19:29.049" v="6893" actId="14100"/>
          <ac:picMkLst>
            <pc:docMk/>
            <pc:sldMk cId="174437001" sldId="378"/>
            <ac:picMk id="3" creationId="{52231818-F3B2-6F24-82DE-3A1219CEBB40}"/>
          </ac:picMkLst>
        </pc:picChg>
        <pc:picChg chg="del">
          <ac:chgData name="Luis Jesús Herrero de Cos" userId="1a803f82-0012-431b-a368-6f3c9304e3f9" providerId="ADAL" clId="{66312C65-07A6-4C51-A6EE-151E7E1C56F3}" dt="2022-12-14T23:07:50.145" v="6598" actId="478"/>
          <ac:picMkLst>
            <pc:docMk/>
            <pc:sldMk cId="174437001" sldId="378"/>
            <ac:picMk id="5" creationId="{66734128-DD65-AE97-64F0-3E092822DB66}"/>
          </ac:picMkLst>
        </pc:picChg>
      </pc:sldChg>
      <pc:sldChg chg="delSp modSp add mod">
        <pc:chgData name="Luis Jesús Herrero de Cos" userId="1a803f82-0012-431b-a368-6f3c9304e3f9" providerId="ADAL" clId="{66312C65-07A6-4C51-A6EE-151E7E1C56F3}" dt="2022-12-15T08:21:38.542" v="7947" actId="20577"/>
        <pc:sldMkLst>
          <pc:docMk/>
          <pc:sldMk cId="2714100347" sldId="379"/>
        </pc:sldMkLst>
        <pc:spChg chg="mod">
          <ac:chgData name="Luis Jesús Herrero de Cos" userId="1a803f82-0012-431b-a368-6f3c9304e3f9" providerId="ADAL" clId="{66312C65-07A6-4C51-A6EE-151E7E1C56F3}" dt="2022-12-15T08:21:38.542" v="7947" actId="20577"/>
          <ac:spMkLst>
            <pc:docMk/>
            <pc:sldMk cId="2714100347" sldId="379"/>
            <ac:spMk id="4" creationId="{9041D36B-4DD9-4565-B758-9BDFBCD024DC}"/>
          </ac:spMkLst>
        </pc:spChg>
        <pc:spChg chg="mod">
          <ac:chgData name="Luis Jesús Herrero de Cos" userId="1a803f82-0012-431b-a368-6f3c9304e3f9" providerId="ADAL" clId="{66312C65-07A6-4C51-A6EE-151E7E1C56F3}" dt="2022-12-15T08:18:30.270" v="7945" actId="6549"/>
          <ac:spMkLst>
            <pc:docMk/>
            <pc:sldMk cId="2714100347" sldId="379"/>
            <ac:spMk id="6146" creationId="{A12A857D-45FE-426B-ABF3-6DCD73028A4B}"/>
          </ac:spMkLst>
        </pc:spChg>
        <pc:picChg chg="del">
          <ac:chgData name="Luis Jesús Herrero de Cos" userId="1a803f82-0012-431b-a368-6f3c9304e3f9" providerId="ADAL" clId="{66312C65-07A6-4C51-A6EE-151E7E1C56F3}" dt="2022-12-14T23:33:14.349" v="7217" actId="478"/>
          <ac:picMkLst>
            <pc:docMk/>
            <pc:sldMk cId="2714100347" sldId="379"/>
            <ac:picMk id="3" creationId="{52231818-F3B2-6F24-82DE-3A1219CEBB40}"/>
          </ac:picMkLst>
        </pc:picChg>
      </pc:sldChg>
      <pc:sldChg chg="addSp delSp modSp add mod">
        <pc:chgData name="Luis Jesús Herrero de Cos" userId="1a803f82-0012-431b-a368-6f3c9304e3f9" providerId="ADAL" clId="{66312C65-07A6-4C51-A6EE-151E7E1C56F3}" dt="2022-12-15T08:21:45.409" v="7948" actId="20577"/>
        <pc:sldMkLst>
          <pc:docMk/>
          <pc:sldMk cId="687264477" sldId="380"/>
        </pc:sldMkLst>
        <pc:spChg chg="mod">
          <ac:chgData name="Luis Jesús Herrero de Cos" userId="1a803f82-0012-431b-a368-6f3c9304e3f9" providerId="ADAL" clId="{66312C65-07A6-4C51-A6EE-151E7E1C56F3}" dt="2022-12-15T08:21:45.409" v="7948" actId="20577"/>
          <ac:spMkLst>
            <pc:docMk/>
            <pc:sldMk cId="687264477" sldId="380"/>
            <ac:spMk id="4" creationId="{9041D36B-4DD9-4565-B758-9BDFBCD024DC}"/>
          </ac:spMkLst>
        </pc:spChg>
        <pc:spChg chg="mod">
          <ac:chgData name="Luis Jesús Herrero de Cos" userId="1a803f82-0012-431b-a368-6f3c9304e3f9" providerId="ADAL" clId="{66312C65-07A6-4C51-A6EE-151E7E1C56F3}" dt="2022-12-15T07:40:15.982" v="7489" actId="20577"/>
          <ac:spMkLst>
            <pc:docMk/>
            <pc:sldMk cId="687264477" sldId="380"/>
            <ac:spMk id="6146" creationId="{A12A857D-45FE-426B-ABF3-6DCD73028A4B}"/>
          </ac:spMkLst>
        </pc:spChg>
        <pc:picChg chg="del">
          <ac:chgData name="Luis Jesús Herrero de Cos" userId="1a803f82-0012-431b-a368-6f3c9304e3f9" providerId="ADAL" clId="{66312C65-07A6-4C51-A6EE-151E7E1C56F3}" dt="2022-12-14T23:41:13.913" v="7301" actId="478"/>
          <ac:picMkLst>
            <pc:docMk/>
            <pc:sldMk cId="687264477" sldId="380"/>
            <ac:picMk id="3" creationId="{52231818-F3B2-6F24-82DE-3A1219CEBB40}"/>
          </ac:picMkLst>
        </pc:picChg>
        <pc:picChg chg="add mod">
          <ac:chgData name="Luis Jesús Herrero de Cos" userId="1a803f82-0012-431b-a368-6f3c9304e3f9" providerId="ADAL" clId="{66312C65-07A6-4C51-A6EE-151E7E1C56F3}" dt="2022-12-14T23:42:03.471" v="7312" actId="1076"/>
          <ac:picMkLst>
            <pc:docMk/>
            <pc:sldMk cId="687264477" sldId="380"/>
            <ac:picMk id="5" creationId="{DA3E9074-477C-E19F-BF2D-5F369F5FA6AE}"/>
          </ac:picMkLst>
        </pc:picChg>
        <pc:picChg chg="add del">
          <ac:chgData name="Luis Jesús Herrero de Cos" userId="1a803f82-0012-431b-a368-6f3c9304e3f9" providerId="ADAL" clId="{66312C65-07A6-4C51-A6EE-151E7E1C56F3}" dt="2022-12-14T23:41:43.088" v="7309" actId="478"/>
          <ac:picMkLst>
            <pc:docMk/>
            <pc:sldMk cId="687264477" sldId="380"/>
            <ac:picMk id="7" creationId="{2774072F-3F72-302E-F3DB-E373B930AA0B}"/>
          </ac:picMkLst>
        </pc:picChg>
        <pc:picChg chg="add del mod">
          <ac:chgData name="Luis Jesús Herrero de Cos" userId="1a803f82-0012-431b-a368-6f3c9304e3f9" providerId="ADAL" clId="{66312C65-07A6-4C51-A6EE-151E7E1C56F3}" dt="2022-12-15T07:40:11.067" v="7482" actId="1076"/>
          <ac:picMkLst>
            <pc:docMk/>
            <pc:sldMk cId="687264477" sldId="380"/>
            <ac:picMk id="9" creationId="{270EA2B5-5B14-11D3-6D25-76F5BA6736DF}"/>
          </ac:picMkLst>
        </pc:picChg>
      </pc:sldChg>
      <pc:sldChg chg="addSp delSp modSp add mod">
        <pc:chgData name="Luis Jesús Herrero de Cos" userId="1a803f82-0012-431b-a368-6f3c9304e3f9" providerId="ADAL" clId="{66312C65-07A6-4C51-A6EE-151E7E1C56F3}" dt="2022-12-15T08:21:52.378" v="7949" actId="20577"/>
        <pc:sldMkLst>
          <pc:docMk/>
          <pc:sldMk cId="2093268177" sldId="381"/>
        </pc:sldMkLst>
        <pc:spChg chg="mod">
          <ac:chgData name="Luis Jesús Herrero de Cos" userId="1a803f82-0012-431b-a368-6f3c9304e3f9" providerId="ADAL" clId="{66312C65-07A6-4C51-A6EE-151E7E1C56F3}" dt="2022-12-15T08:21:52.378" v="7949" actId="20577"/>
          <ac:spMkLst>
            <pc:docMk/>
            <pc:sldMk cId="2093268177" sldId="381"/>
            <ac:spMk id="4" creationId="{9041D36B-4DD9-4565-B758-9BDFBCD024DC}"/>
          </ac:spMkLst>
        </pc:spChg>
        <pc:spChg chg="mod">
          <ac:chgData name="Luis Jesús Herrero de Cos" userId="1a803f82-0012-431b-a368-6f3c9304e3f9" providerId="ADAL" clId="{66312C65-07A6-4C51-A6EE-151E7E1C56F3}" dt="2022-12-15T07:54:34.375" v="7581" actId="6549"/>
          <ac:spMkLst>
            <pc:docMk/>
            <pc:sldMk cId="2093268177" sldId="381"/>
            <ac:spMk id="6146" creationId="{A12A857D-45FE-426B-ABF3-6DCD73028A4B}"/>
          </ac:spMkLst>
        </pc:spChg>
        <pc:picChg chg="add del mod">
          <ac:chgData name="Luis Jesús Herrero de Cos" userId="1a803f82-0012-431b-a368-6f3c9304e3f9" providerId="ADAL" clId="{66312C65-07A6-4C51-A6EE-151E7E1C56F3}" dt="2022-12-15T07:54:14.237" v="7580" actId="478"/>
          <ac:picMkLst>
            <pc:docMk/>
            <pc:sldMk cId="2093268177" sldId="381"/>
            <ac:picMk id="3" creationId="{B8D95DE0-44A6-8987-CBA7-F2A60E8C81F5}"/>
          </ac:picMkLst>
        </pc:picChg>
        <pc:picChg chg="del">
          <ac:chgData name="Luis Jesús Herrero de Cos" userId="1a803f82-0012-431b-a368-6f3c9304e3f9" providerId="ADAL" clId="{66312C65-07A6-4C51-A6EE-151E7E1C56F3}" dt="2022-12-14T23:53:30.844" v="7368" actId="478"/>
          <ac:picMkLst>
            <pc:docMk/>
            <pc:sldMk cId="2093268177" sldId="381"/>
            <ac:picMk id="5" creationId="{DA3E9074-477C-E19F-BF2D-5F369F5FA6AE}"/>
          </ac:picMkLst>
        </pc:picChg>
        <pc:picChg chg="add del mod">
          <ac:chgData name="Luis Jesús Herrero de Cos" userId="1a803f82-0012-431b-a368-6f3c9304e3f9" providerId="ADAL" clId="{66312C65-07A6-4C51-A6EE-151E7E1C56F3}" dt="2022-12-15T07:54:37.188" v="7582" actId="478"/>
          <ac:picMkLst>
            <pc:docMk/>
            <pc:sldMk cId="2093268177" sldId="381"/>
            <ac:picMk id="7" creationId="{19251A2B-FE0C-5D41-C37F-0AC5AA3216CA}"/>
          </ac:picMkLst>
        </pc:picChg>
        <pc:picChg chg="del">
          <ac:chgData name="Luis Jesús Herrero de Cos" userId="1a803f82-0012-431b-a368-6f3c9304e3f9" providerId="ADAL" clId="{66312C65-07A6-4C51-A6EE-151E7E1C56F3}" dt="2022-12-14T23:54:44.365" v="7372" actId="478"/>
          <ac:picMkLst>
            <pc:docMk/>
            <pc:sldMk cId="2093268177" sldId="381"/>
            <ac:picMk id="9" creationId="{270EA2B5-5B14-11D3-6D25-76F5BA6736DF}"/>
          </ac:picMkLst>
        </pc:picChg>
        <pc:picChg chg="add mod">
          <ac:chgData name="Luis Jesús Herrero de Cos" userId="1a803f82-0012-431b-a368-6f3c9304e3f9" providerId="ADAL" clId="{66312C65-07A6-4C51-A6EE-151E7E1C56F3}" dt="2022-12-15T07:54:45.755" v="7585" actId="14100"/>
          <ac:picMkLst>
            <pc:docMk/>
            <pc:sldMk cId="2093268177" sldId="381"/>
            <ac:picMk id="10" creationId="{818053E0-B324-0922-EB47-87A01218BD9C}"/>
          </ac:picMkLst>
        </pc:picChg>
      </pc:sldChg>
      <pc:sldChg chg="modSp add mod">
        <pc:chgData name="Luis Jesús Herrero de Cos" userId="1a803f82-0012-431b-a368-6f3c9304e3f9" providerId="ADAL" clId="{66312C65-07A6-4C51-A6EE-151E7E1C56F3}" dt="2022-12-15T08:21:59.298" v="7950" actId="20577"/>
        <pc:sldMkLst>
          <pc:docMk/>
          <pc:sldMk cId="2007935301" sldId="382"/>
        </pc:sldMkLst>
        <pc:spChg chg="mod">
          <ac:chgData name="Luis Jesús Herrero de Cos" userId="1a803f82-0012-431b-a368-6f3c9304e3f9" providerId="ADAL" clId="{66312C65-07A6-4C51-A6EE-151E7E1C56F3}" dt="2022-12-15T08:21:59.298" v="7950" actId="20577"/>
          <ac:spMkLst>
            <pc:docMk/>
            <pc:sldMk cId="2007935301" sldId="382"/>
            <ac:spMk id="4" creationId="{9041D36B-4DD9-4565-B758-9BDFBCD024DC}"/>
          </ac:spMkLst>
        </pc:spChg>
      </pc:sldChg>
      <pc:sldChg chg="addSp delSp modSp add mod">
        <pc:chgData name="Luis Jesús Herrero de Cos" userId="1a803f82-0012-431b-a368-6f3c9304e3f9" providerId="ADAL" clId="{66312C65-07A6-4C51-A6EE-151E7E1C56F3}" dt="2022-12-15T08:56:37.045" v="8391" actId="14100"/>
        <pc:sldMkLst>
          <pc:docMk/>
          <pc:sldMk cId="191342511" sldId="383"/>
        </pc:sldMkLst>
        <pc:spChg chg="mod">
          <ac:chgData name="Luis Jesús Herrero de Cos" userId="1a803f82-0012-431b-a368-6f3c9304e3f9" providerId="ADAL" clId="{66312C65-07A6-4C51-A6EE-151E7E1C56F3}" dt="2022-12-15T08:23:10.737" v="7980" actId="20577"/>
          <ac:spMkLst>
            <pc:docMk/>
            <pc:sldMk cId="191342511" sldId="383"/>
            <ac:spMk id="4" creationId="{9041D36B-4DD9-4565-B758-9BDFBCD024DC}"/>
          </ac:spMkLst>
        </pc:spChg>
        <pc:spChg chg="mod">
          <ac:chgData name="Luis Jesús Herrero de Cos" userId="1a803f82-0012-431b-a368-6f3c9304e3f9" providerId="ADAL" clId="{66312C65-07A6-4C51-A6EE-151E7E1C56F3}" dt="2022-12-15T08:54:10.210" v="8387" actId="20577"/>
          <ac:spMkLst>
            <pc:docMk/>
            <pc:sldMk cId="191342511" sldId="383"/>
            <ac:spMk id="6146" creationId="{A12A857D-45FE-426B-ABF3-6DCD73028A4B}"/>
          </ac:spMkLst>
        </pc:spChg>
        <pc:picChg chg="add mod">
          <ac:chgData name="Luis Jesús Herrero de Cos" userId="1a803f82-0012-431b-a368-6f3c9304e3f9" providerId="ADAL" clId="{66312C65-07A6-4C51-A6EE-151E7E1C56F3}" dt="2022-12-15T08:56:37.045" v="8391" actId="14100"/>
          <ac:picMkLst>
            <pc:docMk/>
            <pc:sldMk cId="191342511" sldId="383"/>
            <ac:picMk id="3" creationId="{669DC83C-0D44-558B-97FE-92C99CE5DF81}"/>
          </ac:picMkLst>
        </pc:picChg>
        <pc:picChg chg="add mod">
          <ac:chgData name="Luis Jesús Herrero de Cos" userId="1a803f82-0012-431b-a368-6f3c9304e3f9" providerId="ADAL" clId="{66312C65-07A6-4C51-A6EE-151E7E1C56F3}" dt="2022-12-15T08:56:26.957" v="8390" actId="14100"/>
          <ac:picMkLst>
            <pc:docMk/>
            <pc:sldMk cId="191342511" sldId="383"/>
            <ac:picMk id="6" creationId="{B97D1C50-8F56-D6AA-B9F1-3592763066CA}"/>
          </ac:picMkLst>
        </pc:picChg>
        <pc:picChg chg="del">
          <ac:chgData name="Luis Jesús Herrero de Cos" userId="1a803f82-0012-431b-a368-6f3c9304e3f9" providerId="ADAL" clId="{66312C65-07A6-4C51-A6EE-151E7E1C56F3}" dt="2022-12-15T08:26:13.567" v="8222" actId="478"/>
          <ac:picMkLst>
            <pc:docMk/>
            <pc:sldMk cId="191342511" sldId="383"/>
            <ac:picMk id="9" creationId="{8BD0DE1E-06B5-B21C-3028-0E994C39E7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4364B30C-A6E0-4E29-A4D8-91094A1D1FB5}"/>
              </a:ext>
            </a:extLst>
          </p:cNvPr>
          <p:cNvSpPr>
            <a:spLocks noGrp="1" noRot="1" noChangeAspect="1" noChangeArrowheads="1"/>
          </p:cNvSpPr>
          <p:nvPr>
            <p:ph type="sldImg"/>
          </p:nvPr>
        </p:nvSpPr>
        <p:spPr bwMode="auto">
          <a:xfrm>
            <a:off x="1106488" y="812800"/>
            <a:ext cx="5343525"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2" name="Rectangle 2">
            <a:extLst>
              <a:ext uri="{FF2B5EF4-FFF2-40B4-BE49-F238E27FC236}">
                <a16:creationId xmlns:a16="http://schemas.microsoft.com/office/drawing/2014/main" id="{8FAA19A9-103D-4C26-B2D9-0EBF4CD1398F}"/>
              </a:ext>
            </a:extLst>
          </p:cNvPr>
          <p:cNvSpPr>
            <a:spLocks noGrp="1" noChangeArrowheads="1"/>
          </p:cNvSpPr>
          <p:nvPr>
            <p:ph type="body"/>
          </p:nvPr>
        </p:nvSpPr>
        <p:spPr bwMode="auto">
          <a:xfrm>
            <a:off x="755650" y="5078413"/>
            <a:ext cx="6046788" cy="4810125"/>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p>
            <a:pPr lvl="0"/>
            <a:endParaRPr lang="es-ES" noProof="0"/>
          </a:p>
        </p:txBody>
      </p:sp>
      <p:sp>
        <p:nvSpPr>
          <p:cNvPr id="3075" name="Rectangle 3">
            <a:extLst>
              <a:ext uri="{FF2B5EF4-FFF2-40B4-BE49-F238E27FC236}">
                <a16:creationId xmlns:a16="http://schemas.microsoft.com/office/drawing/2014/main" id="{5CB25B88-7F1B-4117-AA55-81BAF158F49C}"/>
              </a:ext>
            </a:extLst>
          </p:cNvPr>
          <p:cNvSpPr>
            <a:spLocks noGrp="1" noChangeArrowheads="1"/>
          </p:cNvSpPr>
          <p:nvPr>
            <p:ph type="hdr"/>
          </p:nvPr>
        </p:nvSpPr>
        <p:spPr bwMode="auto">
          <a:xfrm>
            <a:off x="0"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6" name="Rectangle 4">
            <a:extLst>
              <a:ext uri="{FF2B5EF4-FFF2-40B4-BE49-F238E27FC236}">
                <a16:creationId xmlns:a16="http://schemas.microsoft.com/office/drawing/2014/main" id="{2ED869A8-85E0-48F4-B2FE-8A635E67362C}"/>
              </a:ext>
            </a:extLst>
          </p:cNvPr>
          <p:cNvSpPr>
            <a:spLocks noGrp="1" noChangeArrowheads="1"/>
          </p:cNvSpPr>
          <p:nvPr>
            <p:ph type="dt"/>
          </p:nvPr>
        </p:nvSpPr>
        <p:spPr bwMode="auto">
          <a:xfrm>
            <a:off x="4278313"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algn="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7" name="Rectangle 5">
            <a:extLst>
              <a:ext uri="{FF2B5EF4-FFF2-40B4-BE49-F238E27FC236}">
                <a16:creationId xmlns:a16="http://schemas.microsoft.com/office/drawing/2014/main" id="{12E34B4C-E340-4643-9D6F-9EF54143E99C}"/>
              </a:ext>
            </a:extLst>
          </p:cNvPr>
          <p:cNvSpPr>
            <a:spLocks noGrp="1" noChangeArrowheads="1"/>
          </p:cNvSpPr>
          <p:nvPr>
            <p:ph type="ftr"/>
          </p:nvPr>
        </p:nvSpPr>
        <p:spPr bwMode="auto">
          <a:xfrm>
            <a:off x="0"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8" name="Rectangle 6">
            <a:extLst>
              <a:ext uri="{FF2B5EF4-FFF2-40B4-BE49-F238E27FC236}">
                <a16:creationId xmlns:a16="http://schemas.microsoft.com/office/drawing/2014/main" id="{D6737C03-C839-4B56-A0BC-73361C8905E7}"/>
              </a:ext>
            </a:extLst>
          </p:cNvPr>
          <p:cNvSpPr>
            <a:spLocks noGrp="1" noChangeArrowheads="1"/>
          </p:cNvSpPr>
          <p:nvPr>
            <p:ph type="sldNum"/>
          </p:nvPr>
        </p:nvSpPr>
        <p:spPr bwMode="auto">
          <a:xfrm>
            <a:off x="4278313"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algn="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cs typeface="Arial Unicode MS" charset="0"/>
              </a:defRPr>
            </a:lvl1pPr>
          </a:lstStyle>
          <a:p>
            <a:pPr>
              <a:defRPr/>
            </a:pPr>
            <a:fld id="{DA796CB5-3009-46D9-9972-61E720AE385C}"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B0978449-E4E5-497E-9A52-ADAA1AC83D2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8C48950-874F-4EDE-8855-5B9FCEA0EBF9}" type="slidenum">
              <a:rPr lang="es-ES" altLang="es-ES" sz="1400" smtClean="0">
                <a:cs typeface="Arial Unicode MS"/>
              </a:rPr>
              <a:pPr>
                <a:spcBef>
                  <a:spcPct val="0"/>
                </a:spcBef>
              </a:pPr>
              <a:t>1</a:t>
            </a:fld>
            <a:endParaRPr lang="es-ES" altLang="es-ES" sz="1400">
              <a:cs typeface="Arial Unicode MS"/>
            </a:endParaRPr>
          </a:p>
        </p:txBody>
      </p:sp>
      <p:sp>
        <p:nvSpPr>
          <p:cNvPr id="5123" name="Rectangle 1">
            <a:extLst>
              <a:ext uri="{FF2B5EF4-FFF2-40B4-BE49-F238E27FC236}">
                <a16:creationId xmlns:a16="http://schemas.microsoft.com/office/drawing/2014/main" id="{7A1FE627-1421-4011-872A-9B7E62FD5D86}"/>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124" name="Rectangle 2">
            <a:extLst>
              <a:ext uri="{FF2B5EF4-FFF2-40B4-BE49-F238E27FC236}">
                <a16:creationId xmlns:a16="http://schemas.microsoft.com/office/drawing/2014/main" id="{6483374A-6949-4D3F-B03F-CE4F7D4C79FA}"/>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2</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3</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138795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4</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651330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5</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977993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6</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610898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7</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680000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8</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703516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9</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461947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10</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861174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11</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828902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12</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559207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13</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088003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14</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631526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15</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782557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16</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370326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17</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468970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18</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88928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19</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126132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20</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7556074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21</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79994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22</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200461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23</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387137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2">
            <a:extLst>
              <a:ext uri="{FF2B5EF4-FFF2-40B4-BE49-F238E27FC236}">
                <a16:creationId xmlns:a16="http://schemas.microsoft.com/office/drawing/2014/main" id="{A6DE48E4-EAC1-462A-A54F-ED189979B208}"/>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F3E46313-D0C1-4004-BA2B-F1E9A820887E}"/>
              </a:ext>
            </a:extLst>
          </p:cNvPr>
          <p:cNvSpPr>
            <a:spLocks noGrp="1" noChangeArrowheads="1"/>
          </p:cNvSpPr>
          <p:nvPr>
            <p:ph type="sldNum" idx="11"/>
          </p:nvPr>
        </p:nvSpPr>
        <p:spPr>
          <a:ln/>
        </p:spPr>
        <p:txBody>
          <a:bodyPr/>
          <a:lstStyle>
            <a:lvl1pPr>
              <a:defRPr/>
            </a:lvl1pPr>
          </a:lstStyle>
          <a:p>
            <a:pPr>
              <a:defRPr/>
            </a:pPr>
            <a:fld id="{9DCF48B6-B3A5-4705-80B0-8200F3166CD8}" type="slidenum">
              <a:rPr lang="es-ES" altLang="es-ES"/>
              <a:pPr>
                <a:defRPr/>
              </a:pPr>
              <a:t>‹Nº›</a:t>
            </a:fld>
            <a:endParaRPr lang="es-ES" altLang="es-ES"/>
          </a:p>
        </p:txBody>
      </p:sp>
    </p:spTree>
    <p:extLst>
      <p:ext uri="{BB962C8B-B14F-4D97-AF65-F5344CB8AC3E}">
        <p14:creationId xmlns:p14="http://schemas.microsoft.com/office/powerpoint/2010/main" val="604167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22F5DFA4-E7F0-4FA5-B315-41DFD5A213FE}"/>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C32C01D2-CB58-40FF-8D2F-FDFC9BA01C0D}"/>
              </a:ext>
            </a:extLst>
          </p:cNvPr>
          <p:cNvSpPr>
            <a:spLocks noGrp="1" noChangeArrowheads="1"/>
          </p:cNvSpPr>
          <p:nvPr>
            <p:ph type="sldNum" idx="11"/>
          </p:nvPr>
        </p:nvSpPr>
        <p:spPr>
          <a:ln/>
        </p:spPr>
        <p:txBody>
          <a:bodyPr/>
          <a:lstStyle>
            <a:lvl1pPr>
              <a:defRPr/>
            </a:lvl1pPr>
          </a:lstStyle>
          <a:p>
            <a:pPr>
              <a:defRPr/>
            </a:pPr>
            <a:fld id="{295D332D-FAE6-433F-A309-D7388CC0CFAF}" type="slidenum">
              <a:rPr lang="es-ES" altLang="es-ES"/>
              <a:pPr>
                <a:defRPr/>
              </a:pPr>
              <a:t>‹Nº›</a:t>
            </a:fld>
            <a:endParaRPr lang="es-ES" altLang="es-ES"/>
          </a:p>
        </p:txBody>
      </p:sp>
    </p:spTree>
    <p:extLst>
      <p:ext uri="{BB962C8B-B14F-4D97-AF65-F5344CB8AC3E}">
        <p14:creationId xmlns:p14="http://schemas.microsoft.com/office/powerpoint/2010/main" val="3748032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2">
            <a:extLst>
              <a:ext uri="{FF2B5EF4-FFF2-40B4-BE49-F238E27FC236}">
                <a16:creationId xmlns:a16="http://schemas.microsoft.com/office/drawing/2014/main" id="{176D2F39-BC42-40C6-BBCB-57DC1B0B4FC1}"/>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D3C61FC0-FB8C-4732-815F-3D538C47630F}"/>
              </a:ext>
            </a:extLst>
          </p:cNvPr>
          <p:cNvSpPr>
            <a:spLocks noGrp="1" noChangeArrowheads="1"/>
          </p:cNvSpPr>
          <p:nvPr>
            <p:ph type="sldNum" idx="11"/>
          </p:nvPr>
        </p:nvSpPr>
        <p:spPr>
          <a:ln/>
        </p:spPr>
        <p:txBody>
          <a:bodyPr/>
          <a:lstStyle>
            <a:lvl1pPr>
              <a:defRPr/>
            </a:lvl1pPr>
          </a:lstStyle>
          <a:p>
            <a:pPr>
              <a:defRPr/>
            </a:pPr>
            <a:fld id="{C7AA4E2E-A53B-48FE-B475-3606FD79E581}" type="slidenum">
              <a:rPr lang="es-ES" altLang="es-ES"/>
              <a:pPr>
                <a:defRPr/>
              </a:pPr>
              <a:t>‹Nº›</a:t>
            </a:fld>
            <a:endParaRPr lang="es-ES" altLang="es-ES"/>
          </a:p>
        </p:txBody>
      </p:sp>
    </p:spTree>
    <p:extLst>
      <p:ext uri="{BB962C8B-B14F-4D97-AF65-F5344CB8AC3E}">
        <p14:creationId xmlns:p14="http://schemas.microsoft.com/office/powerpoint/2010/main" val="455018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4963"/>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6613" y="1604963"/>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2">
            <a:extLst>
              <a:ext uri="{FF2B5EF4-FFF2-40B4-BE49-F238E27FC236}">
                <a16:creationId xmlns:a16="http://schemas.microsoft.com/office/drawing/2014/main" id="{81EF088C-9088-4430-B451-FFAEFE0F74AE}"/>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7E52FA2D-38CF-44CD-9945-F393547F941D}"/>
              </a:ext>
            </a:extLst>
          </p:cNvPr>
          <p:cNvSpPr>
            <a:spLocks noGrp="1" noChangeArrowheads="1"/>
          </p:cNvSpPr>
          <p:nvPr>
            <p:ph type="sldNum" idx="11"/>
          </p:nvPr>
        </p:nvSpPr>
        <p:spPr>
          <a:ln/>
        </p:spPr>
        <p:txBody>
          <a:bodyPr/>
          <a:lstStyle>
            <a:lvl1pPr>
              <a:defRPr/>
            </a:lvl1pPr>
          </a:lstStyle>
          <a:p>
            <a:pPr>
              <a:defRPr/>
            </a:pPr>
            <a:fld id="{05BC9014-89A9-4628-84F7-209EB18A548D}" type="slidenum">
              <a:rPr lang="es-ES" altLang="es-ES"/>
              <a:pPr>
                <a:defRPr/>
              </a:pPr>
              <a:t>‹Nº›</a:t>
            </a:fld>
            <a:endParaRPr lang="es-ES" altLang="es-ES"/>
          </a:p>
        </p:txBody>
      </p:sp>
    </p:spTree>
    <p:extLst>
      <p:ext uri="{BB962C8B-B14F-4D97-AF65-F5344CB8AC3E}">
        <p14:creationId xmlns:p14="http://schemas.microsoft.com/office/powerpoint/2010/main" val="406637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2">
            <a:extLst>
              <a:ext uri="{FF2B5EF4-FFF2-40B4-BE49-F238E27FC236}">
                <a16:creationId xmlns:a16="http://schemas.microsoft.com/office/drawing/2014/main" id="{9A814714-29E1-49F0-ADBC-F5CBB217733A}"/>
              </a:ext>
            </a:extLst>
          </p:cNvPr>
          <p:cNvSpPr>
            <a:spLocks noGrp="1" noChangeArrowheads="1"/>
          </p:cNvSpPr>
          <p:nvPr>
            <p:ph type="dt" idx="10"/>
          </p:nvPr>
        </p:nvSpPr>
        <p:spPr>
          <a:ln/>
        </p:spPr>
        <p:txBody>
          <a:bodyPr/>
          <a:lstStyle>
            <a:lvl1pPr>
              <a:defRPr/>
            </a:lvl1pPr>
          </a:lstStyle>
          <a:p>
            <a:pPr>
              <a:defRPr/>
            </a:pPr>
            <a:r>
              <a:rPr lang="es-ES"/>
              <a:t>22/10/12</a:t>
            </a:r>
          </a:p>
        </p:txBody>
      </p:sp>
      <p:sp>
        <p:nvSpPr>
          <p:cNvPr id="8" name="Rectangle 4">
            <a:extLst>
              <a:ext uri="{FF2B5EF4-FFF2-40B4-BE49-F238E27FC236}">
                <a16:creationId xmlns:a16="http://schemas.microsoft.com/office/drawing/2014/main" id="{7F42FFF6-9091-46C1-9B2D-84EC1FB19348}"/>
              </a:ext>
            </a:extLst>
          </p:cNvPr>
          <p:cNvSpPr>
            <a:spLocks noGrp="1" noChangeArrowheads="1"/>
          </p:cNvSpPr>
          <p:nvPr>
            <p:ph type="sldNum" idx="11"/>
          </p:nvPr>
        </p:nvSpPr>
        <p:spPr>
          <a:ln/>
        </p:spPr>
        <p:txBody>
          <a:bodyPr/>
          <a:lstStyle>
            <a:lvl1pPr>
              <a:defRPr/>
            </a:lvl1pPr>
          </a:lstStyle>
          <a:p>
            <a:pPr>
              <a:defRPr/>
            </a:pPr>
            <a:fld id="{9D3D6356-806E-4AA7-9569-7E6528BA7642}" type="slidenum">
              <a:rPr lang="es-ES" altLang="es-ES"/>
              <a:pPr>
                <a:defRPr/>
              </a:pPr>
              <a:t>‹Nº›</a:t>
            </a:fld>
            <a:endParaRPr lang="es-ES" altLang="es-ES"/>
          </a:p>
        </p:txBody>
      </p:sp>
    </p:spTree>
    <p:extLst>
      <p:ext uri="{BB962C8B-B14F-4D97-AF65-F5344CB8AC3E}">
        <p14:creationId xmlns:p14="http://schemas.microsoft.com/office/powerpoint/2010/main" val="2457426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2">
            <a:extLst>
              <a:ext uri="{FF2B5EF4-FFF2-40B4-BE49-F238E27FC236}">
                <a16:creationId xmlns:a16="http://schemas.microsoft.com/office/drawing/2014/main" id="{90ECE999-114A-447A-8CD9-635DFC17AC2E}"/>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4">
            <a:extLst>
              <a:ext uri="{FF2B5EF4-FFF2-40B4-BE49-F238E27FC236}">
                <a16:creationId xmlns:a16="http://schemas.microsoft.com/office/drawing/2014/main" id="{D61ABF5F-4D6E-4E52-8C90-48FDEC30282F}"/>
              </a:ext>
            </a:extLst>
          </p:cNvPr>
          <p:cNvSpPr>
            <a:spLocks noGrp="1" noChangeArrowheads="1"/>
          </p:cNvSpPr>
          <p:nvPr>
            <p:ph type="sldNum" idx="11"/>
          </p:nvPr>
        </p:nvSpPr>
        <p:spPr>
          <a:ln/>
        </p:spPr>
        <p:txBody>
          <a:bodyPr/>
          <a:lstStyle>
            <a:lvl1pPr>
              <a:defRPr/>
            </a:lvl1pPr>
          </a:lstStyle>
          <a:p>
            <a:pPr>
              <a:defRPr/>
            </a:pPr>
            <a:fld id="{C83178CE-4523-4D5D-A7AC-78E946DE10AD}" type="slidenum">
              <a:rPr lang="es-ES" altLang="es-ES"/>
              <a:pPr>
                <a:defRPr/>
              </a:pPr>
              <a:t>‹Nº›</a:t>
            </a:fld>
            <a:endParaRPr lang="es-ES" altLang="es-ES"/>
          </a:p>
        </p:txBody>
      </p:sp>
    </p:spTree>
    <p:extLst>
      <p:ext uri="{BB962C8B-B14F-4D97-AF65-F5344CB8AC3E}">
        <p14:creationId xmlns:p14="http://schemas.microsoft.com/office/powerpoint/2010/main" val="3622539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D03FAD4-2D50-40E9-9DC0-E1C4C0C0E304}"/>
              </a:ext>
            </a:extLst>
          </p:cNvPr>
          <p:cNvSpPr>
            <a:spLocks noGrp="1" noChangeArrowheads="1"/>
          </p:cNvSpPr>
          <p:nvPr>
            <p:ph type="dt" idx="10"/>
          </p:nvPr>
        </p:nvSpPr>
        <p:spPr>
          <a:ln/>
        </p:spPr>
        <p:txBody>
          <a:bodyPr/>
          <a:lstStyle>
            <a:lvl1pPr>
              <a:defRPr/>
            </a:lvl1pPr>
          </a:lstStyle>
          <a:p>
            <a:pPr>
              <a:defRPr/>
            </a:pPr>
            <a:r>
              <a:rPr lang="es-ES"/>
              <a:t>22/10/12</a:t>
            </a:r>
          </a:p>
        </p:txBody>
      </p:sp>
      <p:sp>
        <p:nvSpPr>
          <p:cNvPr id="3" name="Rectangle 4">
            <a:extLst>
              <a:ext uri="{FF2B5EF4-FFF2-40B4-BE49-F238E27FC236}">
                <a16:creationId xmlns:a16="http://schemas.microsoft.com/office/drawing/2014/main" id="{59994452-8B84-4AAE-9BCC-48C46FB16D36}"/>
              </a:ext>
            </a:extLst>
          </p:cNvPr>
          <p:cNvSpPr>
            <a:spLocks noGrp="1" noChangeArrowheads="1"/>
          </p:cNvSpPr>
          <p:nvPr>
            <p:ph type="sldNum" idx="11"/>
          </p:nvPr>
        </p:nvSpPr>
        <p:spPr>
          <a:ln/>
        </p:spPr>
        <p:txBody>
          <a:bodyPr/>
          <a:lstStyle>
            <a:lvl1pPr>
              <a:defRPr/>
            </a:lvl1pPr>
          </a:lstStyle>
          <a:p>
            <a:pPr>
              <a:defRPr/>
            </a:pPr>
            <a:fld id="{D2B805EA-8E1B-46B9-801B-896A4200568E}" type="slidenum">
              <a:rPr lang="es-ES" altLang="es-ES"/>
              <a:pPr>
                <a:defRPr/>
              </a:pPr>
              <a:t>‹Nº›</a:t>
            </a:fld>
            <a:endParaRPr lang="es-ES" altLang="es-ES"/>
          </a:p>
        </p:txBody>
      </p:sp>
    </p:spTree>
    <p:extLst>
      <p:ext uri="{BB962C8B-B14F-4D97-AF65-F5344CB8AC3E}">
        <p14:creationId xmlns:p14="http://schemas.microsoft.com/office/powerpoint/2010/main" val="244984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B66C7F37-20FC-4CFF-8B8D-41AE8AC2722C}"/>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C2945C07-27E1-4F06-B4C6-E66642B1CD07}"/>
              </a:ext>
            </a:extLst>
          </p:cNvPr>
          <p:cNvSpPr>
            <a:spLocks noGrp="1" noChangeArrowheads="1"/>
          </p:cNvSpPr>
          <p:nvPr>
            <p:ph type="sldNum" idx="11"/>
          </p:nvPr>
        </p:nvSpPr>
        <p:spPr>
          <a:ln/>
        </p:spPr>
        <p:txBody>
          <a:bodyPr/>
          <a:lstStyle>
            <a:lvl1pPr>
              <a:defRPr/>
            </a:lvl1pPr>
          </a:lstStyle>
          <a:p>
            <a:pPr>
              <a:defRPr/>
            </a:pPr>
            <a:fld id="{4D512878-A6EF-461B-9B9A-0EA60B2943FF}" type="slidenum">
              <a:rPr lang="es-ES" altLang="es-ES"/>
              <a:pPr>
                <a:defRPr/>
              </a:pPr>
              <a:t>‹Nº›</a:t>
            </a:fld>
            <a:endParaRPr lang="es-ES" altLang="es-ES"/>
          </a:p>
        </p:txBody>
      </p:sp>
    </p:spTree>
    <p:extLst>
      <p:ext uri="{BB962C8B-B14F-4D97-AF65-F5344CB8AC3E}">
        <p14:creationId xmlns:p14="http://schemas.microsoft.com/office/powerpoint/2010/main" val="260248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535A4748-07E4-4028-A5FF-17D870DA84D7}"/>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EB933FFA-3C8F-430D-A3DB-1AC2F152CAAC}"/>
              </a:ext>
            </a:extLst>
          </p:cNvPr>
          <p:cNvSpPr>
            <a:spLocks noGrp="1" noChangeArrowheads="1"/>
          </p:cNvSpPr>
          <p:nvPr>
            <p:ph type="sldNum" idx="11"/>
          </p:nvPr>
        </p:nvSpPr>
        <p:spPr>
          <a:ln/>
        </p:spPr>
        <p:txBody>
          <a:bodyPr/>
          <a:lstStyle>
            <a:lvl1pPr>
              <a:defRPr/>
            </a:lvl1pPr>
          </a:lstStyle>
          <a:p>
            <a:pPr>
              <a:defRPr/>
            </a:pPr>
            <a:fld id="{9076B613-ABC2-49EF-888C-249DE7F23131}" type="slidenum">
              <a:rPr lang="es-ES" altLang="es-ES"/>
              <a:pPr>
                <a:defRPr/>
              </a:pPr>
              <a:t>‹Nº›</a:t>
            </a:fld>
            <a:endParaRPr lang="es-ES" altLang="es-ES"/>
          </a:p>
        </p:txBody>
      </p:sp>
    </p:spTree>
    <p:extLst>
      <p:ext uri="{BB962C8B-B14F-4D97-AF65-F5344CB8AC3E}">
        <p14:creationId xmlns:p14="http://schemas.microsoft.com/office/powerpoint/2010/main" val="699595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821FA8BA-C138-455E-9301-876A8FED4046}"/>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A2D50981-B97F-4B9E-8613-537185161C3B}"/>
              </a:ext>
            </a:extLst>
          </p:cNvPr>
          <p:cNvSpPr>
            <a:spLocks noGrp="1" noChangeArrowheads="1"/>
          </p:cNvSpPr>
          <p:nvPr>
            <p:ph type="sldNum" idx="11"/>
          </p:nvPr>
        </p:nvSpPr>
        <p:spPr>
          <a:ln/>
        </p:spPr>
        <p:txBody>
          <a:bodyPr/>
          <a:lstStyle>
            <a:lvl1pPr>
              <a:defRPr/>
            </a:lvl1pPr>
          </a:lstStyle>
          <a:p>
            <a:pPr>
              <a:defRPr/>
            </a:pPr>
            <a:fld id="{9C4FC330-6444-4BED-955C-CA9B682839DF}" type="slidenum">
              <a:rPr lang="es-ES" altLang="es-ES"/>
              <a:pPr>
                <a:defRPr/>
              </a:pPr>
              <a:t>‹Nº›</a:t>
            </a:fld>
            <a:endParaRPr lang="es-ES" altLang="es-ES"/>
          </a:p>
        </p:txBody>
      </p:sp>
    </p:spTree>
    <p:extLst>
      <p:ext uri="{BB962C8B-B14F-4D97-AF65-F5344CB8AC3E}">
        <p14:creationId xmlns:p14="http://schemas.microsoft.com/office/powerpoint/2010/main" val="3335996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1604963"/>
            <a:ext cx="2055813" cy="452437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1604963"/>
            <a:ext cx="6019800" cy="452437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84E78F10-22A5-4A1C-82C2-0780886C9E04}"/>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867F9181-110B-46E4-9550-D492DA3A1BBF}"/>
              </a:ext>
            </a:extLst>
          </p:cNvPr>
          <p:cNvSpPr>
            <a:spLocks noGrp="1" noChangeArrowheads="1"/>
          </p:cNvSpPr>
          <p:nvPr>
            <p:ph type="sldNum" idx="11"/>
          </p:nvPr>
        </p:nvSpPr>
        <p:spPr>
          <a:ln/>
        </p:spPr>
        <p:txBody>
          <a:bodyPr/>
          <a:lstStyle>
            <a:lvl1pPr>
              <a:defRPr/>
            </a:lvl1pPr>
          </a:lstStyle>
          <a:p>
            <a:pPr>
              <a:defRPr/>
            </a:pPr>
            <a:fld id="{A08BCC2B-0E92-464C-881E-6EC6018DE025}" type="slidenum">
              <a:rPr lang="es-ES" altLang="es-ES"/>
              <a:pPr>
                <a:defRPr/>
              </a:pPr>
              <a:t>‹Nº›</a:t>
            </a:fld>
            <a:endParaRPr lang="es-ES" altLang="es-ES"/>
          </a:p>
        </p:txBody>
      </p:sp>
    </p:spTree>
    <p:extLst>
      <p:ext uri="{BB962C8B-B14F-4D97-AF65-F5344CB8AC3E}">
        <p14:creationId xmlns:p14="http://schemas.microsoft.com/office/powerpoint/2010/main" val="2130037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685800" y="2130425"/>
            <a:ext cx="7770813" cy="1468438"/>
          </a:xfrm>
        </p:spPr>
        <p:txBody>
          <a:bodyPr/>
          <a:lstStyle/>
          <a:p>
            <a:r>
              <a:rPr lang="es-ES"/>
              <a:t>Haga clic para modificar el estilo de título del patrón</a:t>
            </a:r>
          </a:p>
        </p:txBody>
      </p:sp>
      <p:sp>
        <p:nvSpPr>
          <p:cNvPr id="3" name="Rectangle 2">
            <a:extLst>
              <a:ext uri="{FF2B5EF4-FFF2-40B4-BE49-F238E27FC236}">
                <a16:creationId xmlns:a16="http://schemas.microsoft.com/office/drawing/2014/main" id="{5CC56006-A70F-4557-83F0-FCC877C3AA86}"/>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4">
            <a:extLst>
              <a:ext uri="{FF2B5EF4-FFF2-40B4-BE49-F238E27FC236}">
                <a16:creationId xmlns:a16="http://schemas.microsoft.com/office/drawing/2014/main" id="{51D0F37C-8E14-4B66-980C-1E0E30E7058C}"/>
              </a:ext>
            </a:extLst>
          </p:cNvPr>
          <p:cNvSpPr>
            <a:spLocks noGrp="1" noChangeArrowheads="1"/>
          </p:cNvSpPr>
          <p:nvPr>
            <p:ph type="sldNum" idx="11"/>
          </p:nvPr>
        </p:nvSpPr>
        <p:spPr>
          <a:ln/>
        </p:spPr>
        <p:txBody>
          <a:bodyPr/>
          <a:lstStyle>
            <a:lvl1pPr>
              <a:defRPr/>
            </a:lvl1pPr>
          </a:lstStyle>
          <a:p>
            <a:pPr>
              <a:defRPr/>
            </a:pPr>
            <a:fld id="{E08BFF68-B4E3-4A35-9E6D-297E4DEDB852}" type="slidenum">
              <a:rPr lang="es-ES" altLang="es-ES"/>
              <a:pPr>
                <a:defRPr/>
              </a:pPr>
              <a:t>‹Nº›</a:t>
            </a:fld>
            <a:endParaRPr lang="es-ES" altLang="es-ES"/>
          </a:p>
        </p:txBody>
      </p:sp>
    </p:spTree>
    <p:extLst>
      <p:ext uri="{BB962C8B-B14F-4D97-AF65-F5344CB8AC3E}">
        <p14:creationId xmlns:p14="http://schemas.microsoft.com/office/powerpoint/2010/main" val="3308325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3">
            <a:extLst>
              <a:ext uri="{FF2B5EF4-FFF2-40B4-BE49-F238E27FC236}">
                <a16:creationId xmlns:a16="http://schemas.microsoft.com/office/drawing/2014/main" id="{13292AB7-E18E-4C24-ADBE-A9E3662B1E0C}"/>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3BAD164D-705A-421B-B2B8-2876F4D97E4A}"/>
              </a:ext>
            </a:extLst>
          </p:cNvPr>
          <p:cNvSpPr>
            <a:spLocks noGrp="1" noChangeArrowheads="1"/>
          </p:cNvSpPr>
          <p:nvPr>
            <p:ph type="sldNum" idx="11"/>
          </p:nvPr>
        </p:nvSpPr>
        <p:spPr>
          <a:ln/>
        </p:spPr>
        <p:txBody>
          <a:bodyPr/>
          <a:lstStyle>
            <a:lvl1pPr>
              <a:defRPr/>
            </a:lvl1pPr>
          </a:lstStyle>
          <a:p>
            <a:pPr>
              <a:defRPr/>
            </a:pPr>
            <a:fld id="{5E23AF08-DBC0-4243-9F2C-029DA29FAEF5}" type="slidenum">
              <a:rPr lang="es-ES" altLang="es-ES"/>
              <a:pPr>
                <a:defRPr/>
              </a:pPr>
              <a:t>‹Nº›</a:t>
            </a:fld>
            <a:endParaRPr lang="es-ES" altLang="es-ES"/>
          </a:p>
        </p:txBody>
      </p:sp>
    </p:spTree>
    <p:extLst>
      <p:ext uri="{BB962C8B-B14F-4D97-AF65-F5344CB8AC3E}">
        <p14:creationId xmlns:p14="http://schemas.microsoft.com/office/powerpoint/2010/main" val="1381295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F7162ED7-8C16-473B-B290-3B89F4E2B29F}"/>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ABE7B928-E5B1-4A69-AB62-E5643B47F852}"/>
              </a:ext>
            </a:extLst>
          </p:cNvPr>
          <p:cNvSpPr>
            <a:spLocks noGrp="1" noChangeArrowheads="1"/>
          </p:cNvSpPr>
          <p:nvPr>
            <p:ph type="sldNum" idx="11"/>
          </p:nvPr>
        </p:nvSpPr>
        <p:spPr>
          <a:ln/>
        </p:spPr>
        <p:txBody>
          <a:bodyPr/>
          <a:lstStyle>
            <a:lvl1pPr>
              <a:defRPr/>
            </a:lvl1pPr>
          </a:lstStyle>
          <a:p>
            <a:pPr>
              <a:defRPr/>
            </a:pPr>
            <a:fld id="{347B632E-C8CC-40FA-BC1D-F62D1BDA4F1C}" type="slidenum">
              <a:rPr lang="es-ES" altLang="es-ES"/>
              <a:pPr>
                <a:defRPr/>
              </a:pPr>
              <a:t>‹Nº›</a:t>
            </a:fld>
            <a:endParaRPr lang="es-ES" altLang="es-ES"/>
          </a:p>
        </p:txBody>
      </p:sp>
    </p:spTree>
    <p:extLst>
      <p:ext uri="{BB962C8B-B14F-4D97-AF65-F5344CB8AC3E}">
        <p14:creationId xmlns:p14="http://schemas.microsoft.com/office/powerpoint/2010/main" val="2962916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3">
            <a:extLst>
              <a:ext uri="{FF2B5EF4-FFF2-40B4-BE49-F238E27FC236}">
                <a16:creationId xmlns:a16="http://schemas.microsoft.com/office/drawing/2014/main" id="{B5E73F8D-29D3-4DA2-B6BD-7C6604706B95}"/>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F872A6CD-287B-4D68-B0BF-B2B270D22C26}"/>
              </a:ext>
            </a:extLst>
          </p:cNvPr>
          <p:cNvSpPr>
            <a:spLocks noGrp="1" noChangeArrowheads="1"/>
          </p:cNvSpPr>
          <p:nvPr>
            <p:ph type="sldNum" idx="11"/>
          </p:nvPr>
        </p:nvSpPr>
        <p:spPr>
          <a:ln/>
        </p:spPr>
        <p:txBody>
          <a:bodyPr/>
          <a:lstStyle>
            <a:lvl1pPr>
              <a:defRPr/>
            </a:lvl1pPr>
          </a:lstStyle>
          <a:p>
            <a:pPr>
              <a:defRPr/>
            </a:pPr>
            <a:fld id="{A52706A2-ACB7-43F8-AC34-1934E9BCDC4E}" type="slidenum">
              <a:rPr lang="es-ES" altLang="es-ES"/>
              <a:pPr>
                <a:defRPr/>
              </a:pPr>
              <a:t>‹Nº›</a:t>
            </a:fld>
            <a:endParaRPr lang="es-ES" altLang="es-ES"/>
          </a:p>
        </p:txBody>
      </p:sp>
    </p:spTree>
    <p:extLst>
      <p:ext uri="{BB962C8B-B14F-4D97-AF65-F5344CB8AC3E}">
        <p14:creationId xmlns:p14="http://schemas.microsoft.com/office/powerpoint/2010/main" val="3495688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3">
            <a:extLst>
              <a:ext uri="{FF2B5EF4-FFF2-40B4-BE49-F238E27FC236}">
                <a16:creationId xmlns:a16="http://schemas.microsoft.com/office/drawing/2014/main" id="{CDA5BB59-2FED-418C-86C6-90F048126A05}"/>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0315E343-7193-4F1A-A710-A3A918EC2921}"/>
              </a:ext>
            </a:extLst>
          </p:cNvPr>
          <p:cNvSpPr>
            <a:spLocks noGrp="1" noChangeArrowheads="1"/>
          </p:cNvSpPr>
          <p:nvPr>
            <p:ph type="sldNum" idx="11"/>
          </p:nvPr>
        </p:nvSpPr>
        <p:spPr>
          <a:ln/>
        </p:spPr>
        <p:txBody>
          <a:bodyPr/>
          <a:lstStyle>
            <a:lvl1pPr>
              <a:defRPr/>
            </a:lvl1pPr>
          </a:lstStyle>
          <a:p>
            <a:pPr>
              <a:defRPr/>
            </a:pPr>
            <a:fld id="{BE23FB66-5CD3-497A-BB8B-4E68E23E7B1E}" type="slidenum">
              <a:rPr lang="es-ES" altLang="es-ES"/>
              <a:pPr>
                <a:defRPr/>
              </a:pPr>
              <a:t>‹Nº›</a:t>
            </a:fld>
            <a:endParaRPr lang="es-ES" altLang="es-ES"/>
          </a:p>
        </p:txBody>
      </p:sp>
    </p:spTree>
    <p:extLst>
      <p:ext uri="{BB962C8B-B14F-4D97-AF65-F5344CB8AC3E}">
        <p14:creationId xmlns:p14="http://schemas.microsoft.com/office/powerpoint/2010/main" val="1078345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3">
            <a:extLst>
              <a:ext uri="{FF2B5EF4-FFF2-40B4-BE49-F238E27FC236}">
                <a16:creationId xmlns:a16="http://schemas.microsoft.com/office/drawing/2014/main" id="{17B8E424-8B22-4821-A008-7994D73458E7}"/>
              </a:ext>
            </a:extLst>
          </p:cNvPr>
          <p:cNvSpPr>
            <a:spLocks noGrp="1" noChangeArrowheads="1"/>
          </p:cNvSpPr>
          <p:nvPr>
            <p:ph type="dt" idx="10"/>
          </p:nvPr>
        </p:nvSpPr>
        <p:spPr>
          <a:ln/>
        </p:spPr>
        <p:txBody>
          <a:bodyPr/>
          <a:lstStyle>
            <a:lvl1pPr>
              <a:defRPr/>
            </a:lvl1pPr>
          </a:lstStyle>
          <a:p>
            <a:pPr>
              <a:defRPr/>
            </a:pPr>
            <a:r>
              <a:rPr lang="es-ES"/>
              <a:t>22/10/12</a:t>
            </a:r>
          </a:p>
        </p:txBody>
      </p:sp>
      <p:sp>
        <p:nvSpPr>
          <p:cNvPr id="8" name="Rectangle 5">
            <a:extLst>
              <a:ext uri="{FF2B5EF4-FFF2-40B4-BE49-F238E27FC236}">
                <a16:creationId xmlns:a16="http://schemas.microsoft.com/office/drawing/2014/main" id="{A92C5CFF-DA9F-4470-8645-2739F3773B6A}"/>
              </a:ext>
            </a:extLst>
          </p:cNvPr>
          <p:cNvSpPr>
            <a:spLocks noGrp="1" noChangeArrowheads="1"/>
          </p:cNvSpPr>
          <p:nvPr>
            <p:ph type="sldNum" idx="11"/>
          </p:nvPr>
        </p:nvSpPr>
        <p:spPr>
          <a:ln/>
        </p:spPr>
        <p:txBody>
          <a:bodyPr/>
          <a:lstStyle>
            <a:lvl1pPr>
              <a:defRPr/>
            </a:lvl1pPr>
          </a:lstStyle>
          <a:p>
            <a:pPr>
              <a:defRPr/>
            </a:pPr>
            <a:fld id="{5825B2B3-DDC8-4E9A-AC90-FD2C96D81E31}" type="slidenum">
              <a:rPr lang="es-ES" altLang="es-ES"/>
              <a:pPr>
                <a:defRPr/>
              </a:pPr>
              <a:t>‹Nº›</a:t>
            </a:fld>
            <a:endParaRPr lang="es-ES" altLang="es-ES"/>
          </a:p>
        </p:txBody>
      </p:sp>
    </p:spTree>
    <p:extLst>
      <p:ext uri="{BB962C8B-B14F-4D97-AF65-F5344CB8AC3E}">
        <p14:creationId xmlns:p14="http://schemas.microsoft.com/office/powerpoint/2010/main" val="595829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3">
            <a:extLst>
              <a:ext uri="{FF2B5EF4-FFF2-40B4-BE49-F238E27FC236}">
                <a16:creationId xmlns:a16="http://schemas.microsoft.com/office/drawing/2014/main" id="{6DA2AA6E-6C36-4639-AC16-B0A626890070}"/>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5">
            <a:extLst>
              <a:ext uri="{FF2B5EF4-FFF2-40B4-BE49-F238E27FC236}">
                <a16:creationId xmlns:a16="http://schemas.microsoft.com/office/drawing/2014/main" id="{9CD46808-BD37-409F-A36D-1B3CD07E7AE6}"/>
              </a:ext>
            </a:extLst>
          </p:cNvPr>
          <p:cNvSpPr>
            <a:spLocks noGrp="1" noChangeArrowheads="1"/>
          </p:cNvSpPr>
          <p:nvPr>
            <p:ph type="sldNum" idx="11"/>
          </p:nvPr>
        </p:nvSpPr>
        <p:spPr>
          <a:ln/>
        </p:spPr>
        <p:txBody>
          <a:bodyPr/>
          <a:lstStyle>
            <a:lvl1pPr>
              <a:defRPr/>
            </a:lvl1pPr>
          </a:lstStyle>
          <a:p>
            <a:pPr>
              <a:defRPr/>
            </a:pPr>
            <a:fld id="{DE70DAE2-BB5B-4448-9C03-B22E7D24C6C0}" type="slidenum">
              <a:rPr lang="es-ES" altLang="es-ES"/>
              <a:pPr>
                <a:defRPr/>
              </a:pPr>
              <a:t>‹Nº›</a:t>
            </a:fld>
            <a:endParaRPr lang="es-ES" altLang="es-ES"/>
          </a:p>
        </p:txBody>
      </p:sp>
    </p:spTree>
    <p:extLst>
      <p:ext uri="{BB962C8B-B14F-4D97-AF65-F5344CB8AC3E}">
        <p14:creationId xmlns:p14="http://schemas.microsoft.com/office/powerpoint/2010/main" val="705851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039B31FD-7FE4-43D8-A772-3AEC6EE9CD1B}"/>
              </a:ext>
            </a:extLst>
          </p:cNvPr>
          <p:cNvSpPr>
            <a:spLocks noGrp="1" noChangeArrowheads="1"/>
          </p:cNvSpPr>
          <p:nvPr>
            <p:ph type="dt" idx="10"/>
          </p:nvPr>
        </p:nvSpPr>
        <p:spPr>
          <a:ln/>
        </p:spPr>
        <p:txBody>
          <a:bodyPr/>
          <a:lstStyle>
            <a:lvl1pPr>
              <a:defRPr/>
            </a:lvl1pPr>
          </a:lstStyle>
          <a:p>
            <a:pPr>
              <a:defRPr/>
            </a:pPr>
            <a:r>
              <a:rPr lang="es-ES"/>
              <a:t>22/10/12</a:t>
            </a:r>
          </a:p>
        </p:txBody>
      </p:sp>
      <p:sp>
        <p:nvSpPr>
          <p:cNvPr id="3" name="Rectangle 5">
            <a:extLst>
              <a:ext uri="{FF2B5EF4-FFF2-40B4-BE49-F238E27FC236}">
                <a16:creationId xmlns:a16="http://schemas.microsoft.com/office/drawing/2014/main" id="{F895709D-A1FE-4A9B-8942-BA9C10F4DE6C}"/>
              </a:ext>
            </a:extLst>
          </p:cNvPr>
          <p:cNvSpPr>
            <a:spLocks noGrp="1" noChangeArrowheads="1"/>
          </p:cNvSpPr>
          <p:nvPr>
            <p:ph type="sldNum" idx="11"/>
          </p:nvPr>
        </p:nvSpPr>
        <p:spPr>
          <a:ln/>
        </p:spPr>
        <p:txBody>
          <a:bodyPr/>
          <a:lstStyle>
            <a:lvl1pPr>
              <a:defRPr/>
            </a:lvl1pPr>
          </a:lstStyle>
          <a:p>
            <a:pPr>
              <a:defRPr/>
            </a:pPr>
            <a:fld id="{32C4F78B-5C85-4C81-B793-9960F60CE86D}" type="slidenum">
              <a:rPr lang="es-ES" altLang="es-ES"/>
              <a:pPr>
                <a:defRPr/>
              </a:pPr>
              <a:t>‹Nº›</a:t>
            </a:fld>
            <a:endParaRPr lang="es-ES" altLang="es-ES"/>
          </a:p>
        </p:txBody>
      </p:sp>
    </p:spTree>
    <p:extLst>
      <p:ext uri="{BB962C8B-B14F-4D97-AF65-F5344CB8AC3E}">
        <p14:creationId xmlns:p14="http://schemas.microsoft.com/office/powerpoint/2010/main" val="3064416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3">
            <a:extLst>
              <a:ext uri="{FF2B5EF4-FFF2-40B4-BE49-F238E27FC236}">
                <a16:creationId xmlns:a16="http://schemas.microsoft.com/office/drawing/2014/main" id="{DF18FA43-BEAA-4A79-9DBA-F67AA83A9D02}"/>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6BE37310-6BC1-41FC-983C-F0D09BEF082B}"/>
              </a:ext>
            </a:extLst>
          </p:cNvPr>
          <p:cNvSpPr>
            <a:spLocks noGrp="1" noChangeArrowheads="1"/>
          </p:cNvSpPr>
          <p:nvPr>
            <p:ph type="sldNum" idx="11"/>
          </p:nvPr>
        </p:nvSpPr>
        <p:spPr>
          <a:ln/>
        </p:spPr>
        <p:txBody>
          <a:bodyPr/>
          <a:lstStyle>
            <a:lvl1pPr>
              <a:defRPr/>
            </a:lvl1pPr>
          </a:lstStyle>
          <a:p>
            <a:pPr>
              <a:defRPr/>
            </a:pPr>
            <a:fld id="{82EF0FAF-07F4-4D42-9A2B-1D0BB3786816}" type="slidenum">
              <a:rPr lang="es-ES" altLang="es-ES"/>
              <a:pPr>
                <a:defRPr/>
              </a:pPr>
              <a:t>‹Nº›</a:t>
            </a:fld>
            <a:endParaRPr lang="es-ES" altLang="es-ES"/>
          </a:p>
        </p:txBody>
      </p:sp>
    </p:spTree>
    <p:extLst>
      <p:ext uri="{BB962C8B-B14F-4D97-AF65-F5344CB8AC3E}">
        <p14:creationId xmlns:p14="http://schemas.microsoft.com/office/powerpoint/2010/main" val="2176436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3">
            <a:extLst>
              <a:ext uri="{FF2B5EF4-FFF2-40B4-BE49-F238E27FC236}">
                <a16:creationId xmlns:a16="http://schemas.microsoft.com/office/drawing/2014/main" id="{57C5C132-6DBA-4DE2-BC3D-A973348E50E1}"/>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E58B0146-E42F-4355-92DD-085C23C84EC0}"/>
              </a:ext>
            </a:extLst>
          </p:cNvPr>
          <p:cNvSpPr>
            <a:spLocks noGrp="1" noChangeArrowheads="1"/>
          </p:cNvSpPr>
          <p:nvPr>
            <p:ph type="sldNum" idx="11"/>
          </p:nvPr>
        </p:nvSpPr>
        <p:spPr>
          <a:ln/>
        </p:spPr>
        <p:txBody>
          <a:bodyPr/>
          <a:lstStyle>
            <a:lvl1pPr>
              <a:defRPr/>
            </a:lvl1pPr>
          </a:lstStyle>
          <a:p>
            <a:pPr>
              <a:defRPr/>
            </a:pPr>
            <a:fld id="{3D6743CA-D118-46F2-A3D6-E78CD7C8D338}" type="slidenum">
              <a:rPr lang="es-ES" altLang="es-ES"/>
              <a:pPr>
                <a:defRPr/>
              </a:pPr>
              <a:t>‹Nº›</a:t>
            </a:fld>
            <a:endParaRPr lang="es-ES" altLang="es-ES"/>
          </a:p>
        </p:txBody>
      </p:sp>
    </p:spTree>
    <p:extLst>
      <p:ext uri="{BB962C8B-B14F-4D97-AF65-F5344CB8AC3E}">
        <p14:creationId xmlns:p14="http://schemas.microsoft.com/office/powerpoint/2010/main" val="30674359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666D5BC2-26CC-4360-81A6-69138220ADDB}"/>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E6AEA7E9-F121-441A-BE05-6ECEF08F6677}"/>
              </a:ext>
            </a:extLst>
          </p:cNvPr>
          <p:cNvSpPr>
            <a:spLocks noGrp="1" noChangeArrowheads="1"/>
          </p:cNvSpPr>
          <p:nvPr>
            <p:ph type="sldNum" idx="11"/>
          </p:nvPr>
        </p:nvSpPr>
        <p:spPr>
          <a:ln/>
        </p:spPr>
        <p:txBody>
          <a:bodyPr/>
          <a:lstStyle>
            <a:lvl1pPr>
              <a:defRPr/>
            </a:lvl1pPr>
          </a:lstStyle>
          <a:p>
            <a:pPr>
              <a:defRPr/>
            </a:pPr>
            <a:fld id="{352457B9-B726-443E-8736-29E8017F51EF}" type="slidenum">
              <a:rPr lang="es-ES" altLang="es-ES"/>
              <a:pPr>
                <a:defRPr/>
              </a:pPr>
              <a:t>‹Nº›</a:t>
            </a:fld>
            <a:endParaRPr lang="es-ES" altLang="es-ES"/>
          </a:p>
        </p:txBody>
      </p:sp>
    </p:spTree>
    <p:extLst>
      <p:ext uri="{BB962C8B-B14F-4D97-AF65-F5344CB8AC3E}">
        <p14:creationId xmlns:p14="http://schemas.microsoft.com/office/powerpoint/2010/main" val="38543096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5813" cy="5849937"/>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49937"/>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B99C8B8C-BD8E-40ED-A033-5D1DA2D3DF71}"/>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5C37DACA-AB11-4D13-A408-B1CB61E6665A}"/>
              </a:ext>
            </a:extLst>
          </p:cNvPr>
          <p:cNvSpPr>
            <a:spLocks noGrp="1" noChangeArrowheads="1"/>
          </p:cNvSpPr>
          <p:nvPr>
            <p:ph type="sldNum" idx="11"/>
          </p:nvPr>
        </p:nvSpPr>
        <p:spPr>
          <a:ln/>
        </p:spPr>
        <p:txBody>
          <a:bodyPr/>
          <a:lstStyle>
            <a:lvl1pPr>
              <a:defRPr/>
            </a:lvl1pPr>
          </a:lstStyle>
          <a:p>
            <a:pPr>
              <a:defRPr/>
            </a:pPr>
            <a:fld id="{850708ED-D7C4-4023-9ECA-57F5AF6628B2}" type="slidenum">
              <a:rPr lang="es-ES" altLang="es-ES"/>
              <a:pPr>
                <a:defRPr/>
              </a:pPr>
              <a:t>‹Nº›</a:t>
            </a:fld>
            <a:endParaRPr lang="es-ES" altLang="es-ES"/>
          </a:p>
        </p:txBody>
      </p:sp>
    </p:spTree>
    <p:extLst>
      <p:ext uri="{BB962C8B-B14F-4D97-AF65-F5344CB8AC3E}">
        <p14:creationId xmlns:p14="http://schemas.microsoft.com/office/powerpoint/2010/main" val="410227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244937A9-0508-4C80-B336-0C16BCD0D950}"/>
              </a:ext>
            </a:extLst>
          </p:cNvPr>
          <p:cNvSpPr>
            <a:spLocks noGrp="1" noChangeArrowheads="1"/>
          </p:cNvSpPr>
          <p:nvPr>
            <p:ph type="title"/>
          </p:nvPr>
        </p:nvSpPr>
        <p:spPr bwMode="auto">
          <a:xfrm>
            <a:off x="685800" y="2130425"/>
            <a:ext cx="7770813"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el formato del texto de títuloHaga clic para modificar el estilo de título del patrón</a:t>
            </a:r>
          </a:p>
        </p:txBody>
      </p:sp>
      <p:sp>
        <p:nvSpPr>
          <p:cNvPr id="2" name="Rectangle 2">
            <a:extLst>
              <a:ext uri="{FF2B5EF4-FFF2-40B4-BE49-F238E27FC236}">
                <a16:creationId xmlns:a16="http://schemas.microsoft.com/office/drawing/2014/main" id="{2D48427B-7859-452D-88C7-AB8E9909689D}"/>
              </a:ext>
            </a:extLst>
          </p:cNvPr>
          <p:cNvSpPr>
            <a:spLocks noGrp="1" noChangeArrowheads="1"/>
          </p:cNvSpPr>
          <p:nvPr>
            <p:ph type="dt"/>
          </p:nvPr>
        </p:nvSpPr>
        <p:spPr bwMode="auto">
          <a:xfrm>
            <a:off x="457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itchFamily="16" charset="0"/>
              <a:buNone/>
              <a:tabLst>
                <a:tab pos="723900" algn="l"/>
                <a:tab pos="1447800" algn="l"/>
              </a:tabLst>
              <a:defRPr>
                <a:solidFill>
                  <a:srgbClr val="000000"/>
                </a:solidFill>
                <a:latin typeface="+mn-lt"/>
                <a:ea typeface="Microsoft YaHei" charset="-122"/>
                <a:cs typeface="Arial Unicode MS" charset="0"/>
              </a:defRPr>
            </a:lvl1pPr>
          </a:lstStyle>
          <a:p>
            <a:pPr>
              <a:defRPr/>
            </a:pPr>
            <a:r>
              <a:rPr lang="es-ES"/>
              <a:t>22/10/12</a:t>
            </a:r>
          </a:p>
        </p:txBody>
      </p:sp>
      <p:sp>
        <p:nvSpPr>
          <p:cNvPr id="1028" name="Text Box 3">
            <a:extLst>
              <a:ext uri="{FF2B5EF4-FFF2-40B4-BE49-F238E27FC236}">
                <a16:creationId xmlns:a16="http://schemas.microsoft.com/office/drawing/2014/main" id="{5E066255-40DB-49CA-80B1-64AD84CE6F3F}"/>
              </a:ext>
            </a:extLst>
          </p:cNvPr>
          <p:cNvSpPr txBox="1">
            <a:spLocks noChangeArrowheads="1"/>
          </p:cNvSpPr>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s-ES" altLang="es-ES"/>
          </a:p>
        </p:txBody>
      </p:sp>
      <p:sp>
        <p:nvSpPr>
          <p:cNvPr id="3" name="Rectangle 4">
            <a:extLst>
              <a:ext uri="{FF2B5EF4-FFF2-40B4-BE49-F238E27FC236}">
                <a16:creationId xmlns:a16="http://schemas.microsoft.com/office/drawing/2014/main" id="{399CB0A2-6A14-4C13-81E4-FC4CEEDF152A}"/>
              </a:ext>
            </a:extLst>
          </p:cNvPr>
          <p:cNvSpPr>
            <a:spLocks noGrp="1" noChangeArrowheads="1"/>
          </p:cNvSpPr>
          <p:nvPr>
            <p:ph type="sldNum"/>
          </p:nvPr>
        </p:nvSpPr>
        <p:spPr bwMode="auto">
          <a:xfrm>
            <a:off x="6553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defRPr>
                <a:solidFill>
                  <a:srgbClr val="000000"/>
                </a:solidFill>
                <a:latin typeface="Calibri" panose="020F0502020204030204" pitchFamily="34" charset="0"/>
                <a:cs typeface="Arial Unicode MS" charset="0"/>
              </a:defRPr>
            </a:lvl1pPr>
          </a:lstStyle>
          <a:p>
            <a:pPr>
              <a:defRPr/>
            </a:pPr>
            <a:fld id="{72612314-32A4-40FD-9536-CBD2E08B2D2C}" type="slidenum">
              <a:rPr lang="es-ES" altLang="es-ES"/>
              <a:pPr>
                <a:defRPr/>
              </a:pPr>
              <a:t>‹Nº›</a:t>
            </a:fld>
            <a:endParaRPr lang="es-ES" altLang="es-ES"/>
          </a:p>
        </p:txBody>
      </p:sp>
      <p:sp>
        <p:nvSpPr>
          <p:cNvPr id="1030" name="Rectangle 5">
            <a:extLst>
              <a:ext uri="{FF2B5EF4-FFF2-40B4-BE49-F238E27FC236}">
                <a16:creationId xmlns:a16="http://schemas.microsoft.com/office/drawing/2014/main" id="{23B5C7EF-3C70-41DA-995F-C4750E6789DC}"/>
              </a:ext>
            </a:extLst>
          </p:cNvPr>
          <p:cNvSpPr>
            <a:spLocks noGrp="1" noChangeArrowheads="1"/>
          </p:cNvSpPr>
          <p:nvPr>
            <p:ph type="body" idx="1"/>
          </p:nvPr>
        </p:nvSpPr>
        <p:spPr bwMode="auto">
          <a:xfrm>
            <a:off x="457200" y="1604963"/>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4"/>
            <a:r>
              <a:rPr lang="en-GB" altLang="es-ES"/>
              <a:t>Noveno nivel del esquema</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p:txStyles>
    <p:title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buChar char="–"/>
        <a:defRPr sz="2400">
          <a:solidFill>
            <a:srgbClr val="000000"/>
          </a:solidFill>
          <a:latin typeface="+mn-lt"/>
          <a:ea typeface="+mn-ea"/>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buChar char="•"/>
        <a:defRPr sz="2000">
          <a:solidFill>
            <a:srgbClr val="000000"/>
          </a:solidFill>
          <a:latin typeface="+mn-lt"/>
          <a:ea typeface="+mn-ea"/>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buChar char="–"/>
        <a:defRPr sz="2000">
          <a:solidFill>
            <a:srgbClr val="000000"/>
          </a:solidFill>
          <a:latin typeface="+mn-lt"/>
          <a:ea typeface="+mn-ea"/>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buChar char="»"/>
        <a:defRPr sz="2000">
          <a:solidFill>
            <a:srgbClr val="000000"/>
          </a:solidFill>
          <a:latin typeface="+mn-lt"/>
          <a:ea typeface="+mn-ea"/>
        </a:defRPr>
      </a:lvl5pPr>
      <a:lvl6pPr marL="25146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C6F5B538-A905-423A-8ACD-11A4C2F5A1E3}"/>
              </a:ext>
            </a:extLst>
          </p:cNvPr>
          <p:cNvSpPr>
            <a:spLocks noGrp="1" noChangeArrowheads="1"/>
          </p:cNvSpPr>
          <p:nvPr>
            <p:ph type="title"/>
          </p:nvPr>
        </p:nvSpPr>
        <p:spPr bwMode="auto">
          <a:xfrm>
            <a:off x="457200" y="274638"/>
            <a:ext cx="8228013"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el formato del texto de títuloHaga clic para modificar el estilo de título del patrón</a:t>
            </a:r>
          </a:p>
        </p:txBody>
      </p:sp>
      <p:sp>
        <p:nvSpPr>
          <p:cNvPr id="2051" name="Rectangle 2">
            <a:extLst>
              <a:ext uri="{FF2B5EF4-FFF2-40B4-BE49-F238E27FC236}">
                <a16:creationId xmlns:a16="http://schemas.microsoft.com/office/drawing/2014/main" id="{DAF9CDF8-36EB-4243-8972-B8BAAC3E968F}"/>
              </a:ext>
            </a:extLst>
          </p:cNvPr>
          <p:cNvSpPr>
            <a:spLocks noGrp="1" noChangeArrowheads="1"/>
          </p:cNvSpPr>
          <p:nvPr>
            <p:ph type="body" idx="1"/>
          </p:nvPr>
        </p:nvSpPr>
        <p:spPr bwMode="auto">
          <a:xfrm>
            <a:off x="457200" y="1600200"/>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0"/>
            <a:r>
              <a:rPr lang="en-GB" altLang="es-ES"/>
              <a:t>Noveno nivel del esquemaHaga clic para modificar el estilo de texto del patrón</a:t>
            </a:r>
          </a:p>
          <a:p>
            <a:pPr lvl="1"/>
            <a:r>
              <a:rPr lang="en-GB" altLang="es-ES"/>
              <a:t>Segundo nivel</a:t>
            </a:r>
          </a:p>
          <a:p>
            <a:pPr lvl="2"/>
            <a:r>
              <a:rPr lang="en-GB" altLang="es-ES"/>
              <a:t>Tercer nivel</a:t>
            </a:r>
          </a:p>
          <a:p>
            <a:pPr lvl="3"/>
            <a:r>
              <a:rPr lang="en-GB" altLang="es-ES"/>
              <a:t>Cuarto nivel</a:t>
            </a:r>
          </a:p>
          <a:p>
            <a:pPr lvl="4"/>
            <a:r>
              <a:rPr lang="en-GB" altLang="es-ES"/>
              <a:t>Quinto nivel</a:t>
            </a:r>
          </a:p>
        </p:txBody>
      </p:sp>
      <p:sp>
        <p:nvSpPr>
          <p:cNvPr id="2" name="Rectangle 3">
            <a:extLst>
              <a:ext uri="{FF2B5EF4-FFF2-40B4-BE49-F238E27FC236}">
                <a16:creationId xmlns:a16="http://schemas.microsoft.com/office/drawing/2014/main" id="{1CD4C0DA-79AC-4699-A254-ABF788A70B26}"/>
              </a:ext>
            </a:extLst>
          </p:cNvPr>
          <p:cNvSpPr>
            <a:spLocks noGrp="1" noChangeArrowheads="1"/>
          </p:cNvSpPr>
          <p:nvPr>
            <p:ph type="dt"/>
          </p:nvPr>
        </p:nvSpPr>
        <p:spPr bwMode="auto">
          <a:xfrm>
            <a:off x="457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itchFamily="16" charset="0"/>
              <a:buNone/>
              <a:tabLst>
                <a:tab pos="723900" algn="l"/>
                <a:tab pos="1447800" algn="l"/>
              </a:tabLst>
              <a:defRPr>
                <a:solidFill>
                  <a:srgbClr val="000000"/>
                </a:solidFill>
                <a:latin typeface="+mn-lt"/>
                <a:ea typeface="Microsoft YaHei" charset="-122"/>
                <a:cs typeface="Arial Unicode MS" charset="0"/>
              </a:defRPr>
            </a:lvl1pPr>
          </a:lstStyle>
          <a:p>
            <a:pPr>
              <a:defRPr/>
            </a:pPr>
            <a:r>
              <a:rPr lang="es-ES"/>
              <a:t>22/10/12</a:t>
            </a:r>
          </a:p>
        </p:txBody>
      </p:sp>
      <p:sp>
        <p:nvSpPr>
          <p:cNvPr id="2053" name="Text Box 4">
            <a:extLst>
              <a:ext uri="{FF2B5EF4-FFF2-40B4-BE49-F238E27FC236}">
                <a16:creationId xmlns:a16="http://schemas.microsoft.com/office/drawing/2014/main" id="{DA6B786F-74CD-4C21-A485-B1BA286447A2}"/>
              </a:ext>
            </a:extLst>
          </p:cNvPr>
          <p:cNvSpPr txBox="1">
            <a:spLocks noChangeArrowheads="1"/>
          </p:cNvSpPr>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s-ES" altLang="es-ES"/>
          </a:p>
        </p:txBody>
      </p:sp>
      <p:sp>
        <p:nvSpPr>
          <p:cNvPr id="3" name="Rectangle 5">
            <a:extLst>
              <a:ext uri="{FF2B5EF4-FFF2-40B4-BE49-F238E27FC236}">
                <a16:creationId xmlns:a16="http://schemas.microsoft.com/office/drawing/2014/main" id="{1DC83BDE-CA4E-4156-99BD-B4FAE4B23C25}"/>
              </a:ext>
            </a:extLst>
          </p:cNvPr>
          <p:cNvSpPr>
            <a:spLocks noGrp="1" noChangeArrowheads="1"/>
          </p:cNvSpPr>
          <p:nvPr>
            <p:ph type="sldNum"/>
          </p:nvPr>
        </p:nvSpPr>
        <p:spPr bwMode="auto">
          <a:xfrm>
            <a:off x="6553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defRPr>
                <a:solidFill>
                  <a:srgbClr val="000000"/>
                </a:solidFill>
                <a:latin typeface="Calibri" panose="020F0502020204030204" pitchFamily="34" charset="0"/>
                <a:cs typeface="Arial Unicode MS" charset="0"/>
              </a:defRPr>
            </a:lvl1pPr>
          </a:lstStyle>
          <a:p>
            <a:pPr>
              <a:defRPr/>
            </a:pPr>
            <a:fld id="{008FDDEC-69C6-4CC2-88BE-565F7FCF9CE6}"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p:txStyles>
    <p:title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buChar char="–"/>
        <a:defRPr sz="2400">
          <a:solidFill>
            <a:srgbClr val="000000"/>
          </a:solidFill>
          <a:latin typeface="+mn-lt"/>
          <a:ea typeface="+mn-ea"/>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buChar char="•"/>
        <a:defRPr sz="2000">
          <a:solidFill>
            <a:srgbClr val="000000"/>
          </a:solidFill>
          <a:latin typeface="+mn-lt"/>
          <a:ea typeface="+mn-ea"/>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buChar char="–"/>
        <a:defRPr sz="2000">
          <a:solidFill>
            <a:srgbClr val="000000"/>
          </a:solidFill>
          <a:latin typeface="+mn-lt"/>
          <a:ea typeface="+mn-ea"/>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buChar char="»"/>
        <a:defRPr sz="2000">
          <a:solidFill>
            <a:srgbClr val="000000"/>
          </a:solidFill>
          <a:latin typeface="+mn-lt"/>
          <a:ea typeface="+mn-ea"/>
        </a:defRPr>
      </a:lvl5pPr>
      <a:lvl6pPr marL="25146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www.objectdb.com/api/java/jpa/Query"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hyperlink" Target="https://www.objectdb.com/api/java/jpa/EntityManager/createQuery_String_Class_" TargetMode="External"/><Relationship Id="rId5" Type="http://schemas.openxmlformats.org/officeDocument/2006/relationships/hyperlink" Target="https://www.objectdb.com/api/java/jpa/TypedQuery" TargetMode="External"/><Relationship Id="rId4" Type="http://schemas.openxmlformats.org/officeDocument/2006/relationships/hyperlink" Target="https://www.objectdb.com/api/java/jpa/EntityManager/createQuery_Stri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BAF6F69C-ED76-4769-9764-4245D213C71E}"/>
              </a:ext>
            </a:extLst>
          </p:cNvPr>
          <p:cNvSpPr>
            <a:spLocks noGrp="1" noChangeArrowheads="1"/>
          </p:cNvSpPr>
          <p:nvPr>
            <p:ph type="title" idx="4294967295"/>
          </p:nvPr>
        </p:nvSpPr>
        <p:spPr>
          <a:xfrm>
            <a:off x="685800" y="4149725"/>
            <a:ext cx="7772400" cy="1470025"/>
          </a:xfrm>
        </p:spPr>
        <p:txBody>
          <a:bodyPr/>
          <a:lstStyle/>
          <a:p>
            <a:pPr algn="ctr" eaLnBrk="1" hangingPunct="1">
              <a:lnSpc>
                <a:spcPct val="100000"/>
              </a:lnSpc>
              <a:tabLst>
                <a:tab pos="723900" algn="l"/>
                <a:tab pos="1447800" algn="l"/>
                <a:tab pos="2171700" algn="l"/>
                <a:tab pos="2895600" algn="l"/>
                <a:tab pos="3619500" algn="l"/>
                <a:tab pos="4343400" algn="l"/>
                <a:tab pos="5067300" algn="l"/>
                <a:tab pos="5791200" algn="l"/>
                <a:tab pos="6515100" algn="l"/>
                <a:tab pos="7239000" algn="l"/>
              </a:tabLst>
            </a:pPr>
            <a:r>
              <a:rPr lang="es-ES" altLang="es-ES" dirty="0"/>
              <a:t>ACCESO A BASES DE DATOS ORIENTADAS A OBJETOS</a:t>
            </a:r>
          </a:p>
        </p:txBody>
      </p:sp>
      <p:sp>
        <p:nvSpPr>
          <p:cNvPr id="4099" name="Rectangle 2">
            <a:extLst>
              <a:ext uri="{FF2B5EF4-FFF2-40B4-BE49-F238E27FC236}">
                <a16:creationId xmlns:a16="http://schemas.microsoft.com/office/drawing/2014/main" id="{91D22E8D-03B7-4243-8A87-6B40E6C2D451}"/>
              </a:ext>
            </a:extLst>
          </p:cNvPr>
          <p:cNvSpPr>
            <a:spLocks noGrp="1" noChangeArrowheads="1"/>
          </p:cNvSpPr>
          <p:nvPr>
            <p:ph type="subTitle" idx="4294967295"/>
          </p:nvPr>
        </p:nvSpPr>
        <p:spPr>
          <a:xfrm>
            <a:off x="1371600" y="1676400"/>
            <a:ext cx="6400800" cy="1752600"/>
          </a:xfrm>
        </p:spPr>
        <p:txBody>
          <a:bodyPr lIns="90000" tIns="45000" rIns="90000" bIns="45000"/>
          <a:lstStyle/>
          <a:p>
            <a:pPr marL="0" indent="0" algn="ctr" eaLnBrk="1" hangingPunct="1">
              <a:lnSpc>
                <a:spcPct val="100000"/>
              </a:lnSpc>
              <a:spcAft>
                <a:spcPct val="0"/>
              </a:spcAft>
              <a:buFont typeface="Times New Roman" panose="02020603050405020304" pitchFamily="18" charset="0"/>
              <a:buNone/>
              <a:tabLst>
                <a:tab pos="723900" algn="l"/>
                <a:tab pos="1447800" algn="l"/>
                <a:tab pos="2171700" algn="l"/>
                <a:tab pos="2895600" algn="l"/>
                <a:tab pos="3619500" algn="l"/>
                <a:tab pos="4343400" algn="l"/>
                <a:tab pos="5067300" algn="l"/>
                <a:tab pos="5791200" algn="l"/>
              </a:tabLst>
            </a:pPr>
            <a:r>
              <a:rPr lang="es-ES" altLang="es-ES" sz="4400" dirty="0"/>
              <a:t>UNIDAD 3-parte 3</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Con la implementación de JPA se incluye el lenguaje de consultas JPQL basado en el lenguaje SQL.</a:t>
            </a:r>
          </a:p>
          <a:p>
            <a:pPr lvl="0">
              <a:buNone/>
            </a:pPr>
            <a:r>
              <a:rPr lang="es-ES" sz="2000" dirty="0"/>
              <a:t>Las consultas JPQL se pueden procesar con objetos </a:t>
            </a:r>
            <a:r>
              <a:rPr lang="es-ES" sz="2000" b="1" i="1" dirty="0" err="1"/>
              <a:t>Query</a:t>
            </a:r>
            <a:r>
              <a:rPr lang="es-ES" sz="2000" dirty="0"/>
              <a:t> o con objetos </a:t>
            </a:r>
            <a:r>
              <a:rPr lang="es-ES" sz="2000" b="1" i="1" dirty="0" err="1"/>
              <a:t>TypedQuery</a:t>
            </a:r>
            <a:r>
              <a:rPr lang="es-ES" sz="2000" dirty="0"/>
              <a:t>. Esos objetos se instancian a partir de un </a:t>
            </a:r>
            <a:r>
              <a:rPr lang="es-ES" sz="2000" b="1" i="1" dirty="0" err="1"/>
              <a:t>EntityManager</a:t>
            </a:r>
            <a:r>
              <a:rPr lang="es-ES" sz="2000" dirty="0"/>
              <a:t>. </a:t>
            </a:r>
          </a:p>
          <a:p>
            <a:pPr lvl="0">
              <a:buNone/>
            </a:pPr>
            <a:r>
              <a:rPr lang="es-ES" sz="2000" dirty="0"/>
              <a:t>Suponiendo que </a:t>
            </a:r>
            <a:r>
              <a:rPr lang="es-ES" sz="2000" b="1" dirty="0"/>
              <a:t>em</a:t>
            </a:r>
            <a:r>
              <a:rPr lang="es-ES" sz="2000" dirty="0"/>
              <a:t> es un </a:t>
            </a:r>
            <a:r>
              <a:rPr lang="es-ES" sz="2000" i="1" dirty="0" err="1"/>
              <a:t>EntityManager</a:t>
            </a:r>
            <a:r>
              <a:rPr lang="es-ES" sz="2000" dirty="0"/>
              <a:t>, para instanciar un </a:t>
            </a:r>
            <a:r>
              <a:rPr lang="es-ES" sz="2000" i="1" dirty="0" err="1"/>
              <a:t>Query</a:t>
            </a:r>
            <a:r>
              <a:rPr lang="es-ES" sz="2000" dirty="0"/>
              <a:t> o un </a:t>
            </a:r>
            <a:r>
              <a:rPr lang="es-ES" sz="2000" i="1" dirty="0" err="1"/>
              <a:t>TypedQuery</a:t>
            </a:r>
            <a:r>
              <a:rPr lang="es-ES" sz="2000" dirty="0"/>
              <a:t> para consultar todos los objetos </a:t>
            </a:r>
            <a:r>
              <a:rPr lang="es-ES" sz="2000" i="1" dirty="0"/>
              <a:t>Empleado</a:t>
            </a:r>
            <a:r>
              <a:rPr lang="es-ES" sz="2000" dirty="0"/>
              <a:t> almacenados, haríamos:</a:t>
            </a:r>
          </a:p>
          <a:p>
            <a:pPr>
              <a:buNone/>
            </a:pPr>
            <a:r>
              <a:rPr kumimoji="0" lang="es-ES" altLang="es-ES" sz="1800" b="1" i="0" u="none" strike="noStrike" cap="none" normalizeH="0" baseline="0" dirty="0" err="1">
                <a:ln>
                  <a:noFill/>
                </a:ln>
                <a:solidFill>
                  <a:schemeClr val="accent3">
                    <a:lumMod val="50000"/>
                  </a:schemeClr>
                </a:solidFill>
                <a:effectLst/>
                <a:latin typeface="Lucida Console" panose="020B0609040504020204" pitchFamily="49" charset="0"/>
                <a:hlinkClick r:id="rId3">
                  <a:extLst>
                    <a:ext uri="{A12FA001-AC4F-418D-AE19-62706E023703}">
                      <ahyp:hlinkClr xmlns:ahyp="http://schemas.microsoft.com/office/drawing/2018/hyperlinkcolor" val="tx"/>
                    </a:ext>
                  </a:extLst>
                </a:hlinkClick>
              </a:rPr>
              <a:t>Query</a:t>
            </a:r>
            <a:r>
              <a:rPr kumimoji="0" lang="es-ES" altLang="es-ES" sz="1800" b="0" i="0" u="none" strike="noStrike" cap="none" normalizeH="0" baseline="0" dirty="0">
                <a:ln>
                  <a:noFill/>
                </a:ln>
                <a:solidFill>
                  <a:srgbClr val="000000"/>
                </a:solidFill>
                <a:effectLst/>
                <a:latin typeface="Lucida Console" panose="020B0609040504020204" pitchFamily="49" charset="0"/>
              </a:rPr>
              <a:t> q1 </a:t>
            </a:r>
            <a:r>
              <a:rPr kumimoji="0" lang="es-ES" altLang="es-ES" sz="1800" b="0" i="0" u="none" strike="noStrike" cap="none" normalizeH="0" baseline="0" dirty="0">
                <a:ln>
                  <a:noFill/>
                </a:ln>
                <a:solidFill>
                  <a:srgbClr val="9A6E3A"/>
                </a:solidFill>
                <a:effectLst/>
                <a:latin typeface="Lucida Console" panose="020B0609040504020204" pitchFamily="49" charset="0"/>
              </a:rPr>
              <a:t>=</a:t>
            </a:r>
            <a:r>
              <a:rPr kumimoji="0" lang="es-ES" altLang="es-ES" sz="1800" b="0" i="0" u="none" strike="noStrike" cap="none" normalizeH="0" baseline="0" dirty="0">
                <a:ln>
                  <a:noFill/>
                </a:ln>
                <a:solidFill>
                  <a:srgbClr val="000000"/>
                </a:solidFill>
                <a:effectLst/>
                <a:latin typeface="Lucida Console" panose="020B0609040504020204" pitchFamily="49" charset="0"/>
              </a:rPr>
              <a:t> </a:t>
            </a:r>
            <a:r>
              <a:rPr kumimoji="0" lang="es-ES" altLang="es-ES" sz="1800" b="0" i="0" u="none" strike="noStrike" cap="none" normalizeH="0" baseline="0" dirty="0" err="1">
                <a:ln>
                  <a:noFill/>
                </a:ln>
                <a:solidFill>
                  <a:srgbClr val="000000"/>
                </a:solidFill>
                <a:effectLst/>
                <a:latin typeface="Lucida Console" panose="020B0609040504020204" pitchFamily="49" charset="0"/>
              </a:rPr>
              <a:t>em</a:t>
            </a:r>
            <a:r>
              <a:rPr kumimoji="0" lang="es-ES" altLang="es-ES" sz="1800" b="0" i="0" u="none" strike="noStrike" cap="none" normalizeH="0" baseline="0" dirty="0" err="1">
                <a:ln>
                  <a:noFill/>
                </a:ln>
                <a:solidFill>
                  <a:srgbClr val="999999"/>
                </a:solidFill>
                <a:effectLst/>
                <a:latin typeface="Lucida Console" panose="020B0609040504020204" pitchFamily="49" charset="0"/>
              </a:rPr>
              <a:t>.</a:t>
            </a:r>
            <a:r>
              <a:rPr kumimoji="0" lang="es-ES" altLang="es-ES" sz="1800" b="0" i="0" u="none" strike="noStrike" cap="none" normalizeH="0" baseline="0" dirty="0" err="1">
                <a:ln>
                  <a:noFill/>
                </a:ln>
                <a:solidFill>
                  <a:schemeClr val="accent3">
                    <a:lumMod val="50000"/>
                  </a:schemeClr>
                </a:solidFill>
                <a:effectLst/>
                <a:latin typeface="Lucida Console" panose="020B0609040504020204" pitchFamily="49" charset="0"/>
                <a:hlinkClick r:id="rId4">
                  <a:extLst>
                    <a:ext uri="{A12FA001-AC4F-418D-AE19-62706E023703}">
                      <ahyp:hlinkClr xmlns:ahyp="http://schemas.microsoft.com/office/drawing/2018/hyperlinkcolor" val="tx"/>
                    </a:ext>
                  </a:extLst>
                </a:hlinkClick>
              </a:rPr>
              <a:t>createQuery</a:t>
            </a:r>
            <a:r>
              <a:rPr kumimoji="0" lang="es-ES" altLang="es-ES" sz="1800" b="0" i="0" u="none" strike="noStrike" cap="none" normalizeH="0" baseline="0" dirty="0">
                <a:ln>
                  <a:noFill/>
                </a:ln>
                <a:solidFill>
                  <a:srgbClr val="999999"/>
                </a:solidFill>
                <a:effectLst/>
                <a:latin typeface="Lucida Console" panose="020B0609040504020204" pitchFamily="49" charset="0"/>
              </a:rPr>
              <a:t>("</a:t>
            </a:r>
            <a:r>
              <a:rPr kumimoji="0" lang="es-ES" altLang="es-ES" sz="1800" b="0" i="0" u="none" strike="noStrike" cap="none" normalizeH="0" baseline="0" dirty="0">
                <a:ln>
                  <a:noFill/>
                </a:ln>
                <a:solidFill>
                  <a:srgbClr val="DD3399"/>
                </a:solidFill>
                <a:effectLst/>
                <a:latin typeface="Lucida Console" panose="020B0609040504020204" pitchFamily="49" charset="0"/>
              </a:rPr>
              <a:t>SELECT</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lang="es-ES" altLang="es-ES" sz="1800" dirty="0">
                <a:solidFill>
                  <a:srgbClr val="0033CC"/>
                </a:solidFill>
                <a:latin typeface="Lucida Console" panose="020B0609040504020204" pitchFamily="49" charset="0"/>
              </a:rPr>
              <a:t>e</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kumimoji="0" lang="es-ES" altLang="es-ES" sz="1800" b="0" i="0" u="none" strike="noStrike" cap="none" normalizeH="0" baseline="0" dirty="0">
                <a:ln>
                  <a:noFill/>
                </a:ln>
                <a:solidFill>
                  <a:srgbClr val="DD3399"/>
                </a:solidFill>
                <a:effectLst/>
                <a:latin typeface="Lucida Console" panose="020B0609040504020204" pitchFamily="49" charset="0"/>
              </a:rPr>
              <a:t>FROM</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kumimoji="0" lang="es-ES" altLang="es-ES" sz="1800" b="0" i="0" u="none" strike="noStrike" cap="none" normalizeH="0" baseline="0" dirty="0">
                <a:ln>
                  <a:noFill/>
                </a:ln>
                <a:solidFill>
                  <a:srgbClr val="006688"/>
                </a:solidFill>
                <a:effectLst/>
                <a:latin typeface="Lucida Console" panose="020B0609040504020204" pitchFamily="49" charset="0"/>
              </a:rPr>
              <a:t>Empleado</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lang="es-ES" altLang="es-ES" sz="1800" dirty="0">
                <a:solidFill>
                  <a:srgbClr val="0033CC"/>
                </a:solidFill>
                <a:latin typeface="Lucida Console" panose="020B0609040504020204" pitchFamily="49" charset="0"/>
              </a:rPr>
              <a:t>e</a:t>
            </a:r>
            <a:r>
              <a:rPr kumimoji="0" lang="es-ES" altLang="es-ES" sz="1800" b="0" i="0" u="none" strike="noStrike" cap="none" normalizeH="0" baseline="0" dirty="0">
                <a:ln>
                  <a:noFill/>
                </a:ln>
                <a:solidFill>
                  <a:srgbClr val="999999"/>
                </a:solidFill>
                <a:effectLst/>
                <a:latin typeface="Lucida Console" panose="020B0609040504020204" pitchFamily="49" charset="0"/>
              </a:rPr>
              <a:t>");</a:t>
            </a:r>
            <a:r>
              <a:rPr kumimoji="0" lang="es-ES" altLang="es-ES" sz="1800" b="0" i="0" u="none" strike="noStrike" cap="none" normalizeH="0" baseline="0" dirty="0">
                <a:ln>
                  <a:noFill/>
                </a:ln>
                <a:solidFill>
                  <a:srgbClr val="222222"/>
                </a:solidFill>
                <a:effectLst/>
                <a:latin typeface="Lucida Console" panose="020B0609040504020204" pitchFamily="49" charset="0"/>
              </a:rPr>
              <a:t> </a:t>
            </a:r>
          </a:p>
          <a:p>
            <a:pPr>
              <a:buNone/>
            </a:pPr>
            <a:endParaRPr lang="es-ES" altLang="es-ES" sz="1800" dirty="0">
              <a:solidFill>
                <a:srgbClr val="CCCCFF"/>
              </a:solidFill>
              <a:latin typeface="Lucida Console" panose="020B0609040504020204" pitchFamily="49" charset="0"/>
              <a:hlinkClick r:id="rId5">
                <a:extLst>
                  <a:ext uri="{A12FA001-AC4F-418D-AE19-62706E023703}">
                    <ahyp:hlinkClr xmlns:ahyp="http://schemas.microsoft.com/office/drawing/2018/hyperlinkcolor" val="tx"/>
                  </a:ext>
                </a:extLst>
              </a:hlinkClick>
            </a:endParaRPr>
          </a:p>
          <a:p>
            <a:pPr>
              <a:buNone/>
            </a:pPr>
            <a:r>
              <a:rPr kumimoji="0" lang="es-ES" altLang="es-ES" sz="1800" b="0" i="0" u="none" strike="noStrike" cap="none" normalizeH="0" baseline="0" dirty="0" err="1">
                <a:ln>
                  <a:noFill/>
                </a:ln>
                <a:solidFill>
                  <a:schemeClr val="accent3">
                    <a:lumMod val="50000"/>
                  </a:schemeClr>
                </a:solidFill>
                <a:effectLst/>
                <a:latin typeface="Lucida Console" panose="020B0609040504020204" pitchFamily="49" charset="0"/>
                <a:hlinkClick r:id="rId5">
                  <a:extLst>
                    <a:ext uri="{A12FA001-AC4F-418D-AE19-62706E023703}">
                      <ahyp:hlinkClr xmlns:ahyp="http://schemas.microsoft.com/office/drawing/2018/hyperlinkcolor" val="tx"/>
                    </a:ext>
                  </a:extLst>
                </a:hlinkClick>
              </a:rPr>
              <a:t>TypedQuery</a:t>
            </a:r>
            <a:r>
              <a:rPr kumimoji="0" lang="es-ES" altLang="es-ES" sz="1800" b="0" i="0" u="none" strike="noStrike" cap="none" normalizeH="0" baseline="0" dirty="0">
                <a:ln>
                  <a:noFill/>
                </a:ln>
                <a:solidFill>
                  <a:srgbClr val="006688"/>
                </a:solidFill>
                <a:effectLst/>
                <a:latin typeface="Lucida Console" panose="020B0609040504020204" pitchFamily="49" charset="0"/>
              </a:rPr>
              <a:t>&lt;Country&gt;</a:t>
            </a:r>
            <a:r>
              <a:rPr kumimoji="0" lang="es-ES" altLang="es-ES" sz="1800" b="0" i="0" u="none" strike="noStrike" cap="none" normalizeH="0" baseline="0" dirty="0">
                <a:ln>
                  <a:noFill/>
                </a:ln>
                <a:solidFill>
                  <a:srgbClr val="000000"/>
                </a:solidFill>
                <a:effectLst/>
                <a:latin typeface="Lucida Console" panose="020B0609040504020204" pitchFamily="49" charset="0"/>
              </a:rPr>
              <a:t> q2 </a:t>
            </a:r>
            <a:r>
              <a:rPr kumimoji="0" lang="es-ES" altLang="es-ES" sz="1800" b="0" i="0" u="none" strike="noStrike" cap="none" normalizeH="0" baseline="0" dirty="0">
                <a:ln>
                  <a:noFill/>
                </a:ln>
                <a:solidFill>
                  <a:srgbClr val="9A6E3A"/>
                </a:solidFill>
                <a:effectLst/>
                <a:latin typeface="Lucida Console" panose="020B0609040504020204" pitchFamily="49" charset="0"/>
              </a:rPr>
              <a:t>=</a:t>
            </a:r>
            <a:r>
              <a:rPr kumimoji="0" lang="es-ES" altLang="es-ES" sz="1800" b="0" i="0" u="none" strike="noStrike" cap="none" normalizeH="0" baseline="0" dirty="0">
                <a:ln>
                  <a:noFill/>
                </a:ln>
                <a:solidFill>
                  <a:srgbClr val="000000"/>
                </a:solidFill>
                <a:effectLst/>
                <a:latin typeface="Lucida Console" panose="020B0609040504020204" pitchFamily="49" charset="0"/>
              </a:rPr>
              <a:t> </a:t>
            </a:r>
            <a:r>
              <a:rPr kumimoji="0" lang="es-ES" altLang="es-ES" sz="1800" b="0" i="0" u="none" strike="noStrike" cap="none" normalizeH="0" baseline="0" dirty="0" err="1">
                <a:ln>
                  <a:noFill/>
                </a:ln>
                <a:solidFill>
                  <a:srgbClr val="000000"/>
                </a:solidFill>
                <a:effectLst/>
                <a:latin typeface="Lucida Console" panose="020B0609040504020204" pitchFamily="49" charset="0"/>
              </a:rPr>
              <a:t>em</a:t>
            </a:r>
            <a:r>
              <a:rPr kumimoji="0" lang="es-ES" altLang="es-ES" sz="1800" b="0" i="0" u="none" strike="noStrike" cap="none" normalizeH="0" baseline="0" dirty="0" err="1">
                <a:ln>
                  <a:noFill/>
                </a:ln>
                <a:solidFill>
                  <a:srgbClr val="999999"/>
                </a:solidFill>
                <a:effectLst/>
                <a:latin typeface="Lucida Console" panose="020B0609040504020204" pitchFamily="49" charset="0"/>
              </a:rPr>
              <a:t>.</a:t>
            </a:r>
            <a:r>
              <a:rPr kumimoji="0" lang="es-ES" altLang="es-ES" sz="1800" b="0" i="0" u="none" strike="noStrike" cap="none" normalizeH="0" baseline="0" dirty="0" err="1">
                <a:ln>
                  <a:noFill/>
                </a:ln>
                <a:solidFill>
                  <a:schemeClr val="accent3">
                    <a:lumMod val="50000"/>
                  </a:schemeClr>
                </a:solidFill>
                <a:effectLst/>
                <a:latin typeface="Lucida Console" panose="020B0609040504020204" pitchFamily="49" charset="0"/>
                <a:hlinkClick r:id="rId6">
                  <a:extLst>
                    <a:ext uri="{A12FA001-AC4F-418D-AE19-62706E023703}">
                      <ahyp:hlinkClr xmlns:ahyp="http://schemas.microsoft.com/office/drawing/2018/hyperlinkcolor" val="tx"/>
                    </a:ext>
                  </a:extLst>
                </a:hlinkClick>
              </a:rPr>
              <a:t>createQuery</a:t>
            </a:r>
            <a:r>
              <a:rPr kumimoji="0" lang="es-ES" altLang="es-ES" sz="1800" b="0" i="0" u="none" strike="noStrike" cap="none" normalizeH="0" baseline="0" dirty="0">
                <a:ln>
                  <a:noFill/>
                </a:ln>
                <a:solidFill>
                  <a:srgbClr val="999999"/>
                </a:solidFill>
                <a:effectLst/>
                <a:latin typeface="Lucida Console" panose="020B0609040504020204" pitchFamily="49" charset="0"/>
              </a:rPr>
              <a:t>("</a:t>
            </a:r>
            <a:r>
              <a:rPr kumimoji="0" lang="es-ES" altLang="es-ES" sz="1800" b="0" i="0" u="none" strike="noStrike" cap="none" normalizeH="0" baseline="0" dirty="0">
                <a:ln>
                  <a:noFill/>
                </a:ln>
                <a:solidFill>
                  <a:srgbClr val="DD3399"/>
                </a:solidFill>
                <a:effectLst/>
                <a:latin typeface="Lucida Console" panose="020B0609040504020204" pitchFamily="49" charset="0"/>
              </a:rPr>
              <a:t>SELECT</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kumimoji="0" lang="es-ES" altLang="es-ES" sz="1800" b="0" i="0" u="none" strike="noStrike" cap="none" normalizeH="0" baseline="0" dirty="0">
                <a:ln>
                  <a:noFill/>
                </a:ln>
                <a:solidFill>
                  <a:srgbClr val="0033CC"/>
                </a:solidFill>
                <a:effectLst/>
                <a:latin typeface="Lucida Console" panose="020B0609040504020204" pitchFamily="49" charset="0"/>
              </a:rPr>
              <a:t>e</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kumimoji="0" lang="es-ES" altLang="es-ES" sz="1800" b="0" i="0" u="none" strike="noStrike" cap="none" normalizeH="0" baseline="0" dirty="0">
                <a:ln>
                  <a:noFill/>
                </a:ln>
                <a:solidFill>
                  <a:srgbClr val="DD3399"/>
                </a:solidFill>
                <a:effectLst/>
                <a:latin typeface="Lucida Console" panose="020B0609040504020204" pitchFamily="49" charset="0"/>
              </a:rPr>
              <a:t>FROM</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lang="es-ES" altLang="es-ES" sz="1800" dirty="0">
                <a:solidFill>
                  <a:srgbClr val="006688"/>
                </a:solidFill>
                <a:latin typeface="Lucida Console" panose="020B0609040504020204" pitchFamily="49" charset="0"/>
              </a:rPr>
              <a:t>Empleado</a:t>
            </a:r>
            <a:r>
              <a:rPr kumimoji="0" lang="es-ES" altLang="es-ES" sz="1800" b="0" i="0" u="none" strike="noStrike" cap="none" normalizeH="0" baseline="0" dirty="0">
                <a:ln>
                  <a:noFill/>
                </a:ln>
                <a:solidFill>
                  <a:srgbClr val="CC3333"/>
                </a:solidFill>
                <a:effectLst/>
                <a:latin typeface="Lucida Console" panose="020B0609040504020204" pitchFamily="49" charset="0"/>
              </a:rPr>
              <a:t> </a:t>
            </a:r>
            <a:r>
              <a:rPr lang="es-ES" altLang="es-ES" sz="1800" dirty="0">
                <a:solidFill>
                  <a:srgbClr val="0033CC"/>
                </a:solidFill>
                <a:latin typeface="Lucida Console" panose="020B0609040504020204" pitchFamily="49" charset="0"/>
              </a:rPr>
              <a:t>e</a:t>
            </a:r>
            <a:r>
              <a:rPr kumimoji="0" lang="es-ES" altLang="es-ES" sz="1800" b="0" i="0" u="none" strike="noStrike" cap="none" normalizeH="0" baseline="0" dirty="0">
                <a:ln>
                  <a:noFill/>
                </a:ln>
                <a:solidFill>
                  <a:srgbClr val="999999"/>
                </a:solidFill>
                <a:effectLst/>
                <a:latin typeface="Lucida Console" panose="020B0609040504020204" pitchFamily="49" charset="0"/>
              </a:rPr>
              <a:t>",</a:t>
            </a:r>
            <a:r>
              <a:rPr kumimoji="0" lang="es-ES" altLang="es-ES" sz="1800" b="0" i="0" u="none" strike="noStrike" cap="none" normalizeH="0" baseline="0" dirty="0">
                <a:ln>
                  <a:noFill/>
                </a:ln>
                <a:solidFill>
                  <a:srgbClr val="000000"/>
                </a:solidFill>
                <a:effectLst/>
                <a:latin typeface="Lucida Console" panose="020B0609040504020204" pitchFamily="49" charset="0"/>
              </a:rPr>
              <a:t> </a:t>
            </a:r>
            <a:r>
              <a:rPr kumimoji="0" lang="es-ES" altLang="es-ES" sz="1800" b="0" i="0" u="none" strike="noStrike" cap="none" normalizeH="0" baseline="0" dirty="0" err="1">
                <a:ln>
                  <a:noFill/>
                </a:ln>
                <a:solidFill>
                  <a:srgbClr val="006688"/>
                </a:solidFill>
                <a:effectLst/>
                <a:latin typeface="Lucida Console" panose="020B0609040504020204" pitchFamily="49" charset="0"/>
              </a:rPr>
              <a:t>Empleado</a:t>
            </a:r>
            <a:r>
              <a:rPr kumimoji="0" lang="es-ES" altLang="es-ES" sz="1800" b="0" i="0" u="none" strike="noStrike" cap="none" normalizeH="0" baseline="0" dirty="0" err="1">
                <a:ln>
                  <a:noFill/>
                </a:ln>
                <a:solidFill>
                  <a:srgbClr val="999999"/>
                </a:solidFill>
                <a:effectLst/>
                <a:latin typeface="Lucida Console" panose="020B0609040504020204" pitchFamily="49" charset="0"/>
              </a:rPr>
              <a:t>.</a:t>
            </a:r>
            <a:r>
              <a:rPr kumimoji="0" lang="es-ES" altLang="es-ES" sz="1800" b="0" i="0" u="none" strike="noStrike" cap="none" normalizeH="0" baseline="0" dirty="0" err="1">
                <a:ln>
                  <a:noFill/>
                </a:ln>
                <a:solidFill>
                  <a:srgbClr val="0033CC"/>
                </a:solidFill>
                <a:effectLst/>
                <a:latin typeface="Lucida Console" panose="020B0609040504020204" pitchFamily="49" charset="0"/>
              </a:rPr>
              <a:t>class</a:t>
            </a:r>
            <a:r>
              <a:rPr kumimoji="0" lang="es-ES" altLang="es-ES" sz="1800" b="0" i="0" u="none" strike="noStrike" cap="none" normalizeH="0" baseline="0" dirty="0">
                <a:ln>
                  <a:noFill/>
                </a:ln>
                <a:solidFill>
                  <a:srgbClr val="999999"/>
                </a:solidFill>
                <a:effectLst/>
                <a:latin typeface="Lucida Console" panose="020B0609040504020204" pitchFamily="49" charset="0"/>
              </a:rPr>
              <a:t>);</a:t>
            </a:r>
            <a:r>
              <a:rPr kumimoji="0" lang="es-ES" altLang="es-ES" sz="700" b="0" i="0" u="none" strike="noStrike" cap="none" normalizeH="0" baseline="0" dirty="0">
                <a:ln>
                  <a:noFill/>
                </a:ln>
                <a:solidFill>
                  <a:schemeClr val="tx1"/>
                </a:solidFill>
                <a:effectLst/>
              </a:rPr>
              <a:t> </a:t>
            </a:r>
            <a:endParaRPr kumimoji="0" lang="es-ES" altLang="es-ES" sz="4000" b="0" i="0" u="none" strike="noStrike" cap="none" normalizeH="0" baseline="0" dirty="0">
              <a:ln>
                <a:noFill/>
              </a:ln>
              <a:solidFill>
                <a:schemeClr val="tx1"/>
              </a:solidFill>
              <a:effectLst/>
              <a:latin typeface="Arial" panose="020B0604020202020204" pitchFamily="34" charset="0"/>
            </a:endParaRPr>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 Lenguaje de consulta JPQL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En una </a:t>
            </a:r>
            <a:r>
              <a:rPr lang="es-ES" sz="2000" b="1" dirty="0" err="1"/>
              <a:t>Entity</a:t>
            </a:r>
            <a:r>
              <a:rPr lang="es-ES" sz="2000" b="1" dirty="0"/>
              <a:t> </a:t>
            </a:r>
            <a:r>
              <a:rPr lang="es-ES" sz="2000" b="1" dirty="0" err="1"/>
              <a:t>Class</a:t>
            </a:r>
            <a:r>
              <a:rPr lang="es-ES" sz="2000" b="1" dirty="0"/>
              <a:t> podemos incluir consultas nombradas.</a:t>
            </a:r>
          </a:p>
          <a:p>
            <a:pPr lvl="0">
              <a:buNone/>
            </a:pPr>
            <a:r>
              <a:rPr lang="es-ES" sz="2000" dirty="0"/>
              <a:t>Están declaradas en la clase </a:t>
            </a:r>
            <a:r>
              <a:rPr lang="es-ES" sz="2000" dirty="0" err="1"/>
              <a:t>Entity</a:t>
            </a:r>
            <a:r>
              <a:rPr lang="es-ES" sz="2000" dirty="0"/>
              <a:t> mediante anotación </a:t>
            </a:r>
            <a:r>
              <a:rPr lang="es-ES" sz="2000" b="1" dirty="0"/>
              <a:t>@NamedQuery.</a:t>
            </a:r>
            <a:r>
              <a:rPr lang="es-ES" sz="2000" dirty="0"/>
              <a:t> Por ejemplo, para la clase </a:t>
            </a:r>
            <a:r>
              <a:rPr lang="es-ES" sz="2000" b="1" dirty="0"/>
              <a:t>Empleado</a:t>
            </a:r>
            <a:r>
              <a:rPr lang="es-ES" sz="2000" dirty="0"/>
              <a:t>:</a:t>
            </a:r>
          </a:p>
          <a:p>
            <a:pPr lvl="0">
              <a:buNone/>
            </a:pPr>
            <a:endParaRPr lang="es-ES" sz="2000" dirty="0"/>
          </a:p>
          <a:p>
            <a:pPr lvl="0">
              <a:buNone/>
            </a:pPr>
            <a:endParaRPr lang="es-ES" sz="2000" dirty="0"/>
          </a:p>
          <a:p>
            <a:pPr lvl="0">
              <a:buNone/>
            </a:pPr>
            <a:endParaRPr lang="es-ES" sz="2000" dirty="0"/>
          </a:p>
          <a:p>
            <a:pPr lvl="0">
              <a:buNone/>
            </a:pPr>
            <a:endParaRPr lang="es-ES" sz="2000" dirty="0"/>
          </a:p>
          <a:p>
            <a:pPr lvl="0">
              <a:buNone/>
            </a:pPr>
            <a:endParaRPr lang="es-ES" sz="2000" dirty="0"/>
          </a:p>
          <a:p>
            <a:pPr lvl="0">
              <a:buNone/>
            </a:pPr>
            <a:r>
              <a:rPr lang="es-ES" sz="2000" dirty="0"/>
              <a:t>La primera </a:t>
            </a:r>
            <a:r>
              <a:rPr lang="es-ES" sz="2000" b="1" dirty="0" err="1"/>
              <a:t>NamedQuery</a:t>
            </a:r>
            <a:r>
              <a:rPr lang="es-ES" sz="2000" b="1" dirty="0"/>
              <a:t> </a:t>
            </a:r>
            <a:r>
              <a:rPr lang="es-ES" sz="2000" dirty="0"/>
              <a:t>sirve para consultar todos del empleados y la segunda es una consulta parametrizada o dinámica y consultaría todos los empleados del departamento cuyo id sea igual al valor que contenga el parámetro </a:t>
            </a:r>
            <a:r>
              <a:rPr lang="es-ES" sz="2000" b="1" dirty="0" err="1"/>
              <a:t>num</a:t>
            </a:r>
            <a:r>
              <a:rPr lang="es-ES" sz="2000" dirty="0"/>
              <a:t>.</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5.1- Lenguaje de consulta JPQL. </a:t>
            </a:r>
            <a:r>
              <a:rPr lang="es-ES" sz="2400" b="1" kern="0" dirty="0" err="1">
                <a:solidFill>
                  <a:srgbClr val="FF0000"/>
                </a:solidFill>
              </a:rPr>
              <a:t>NamedQuery</a:t>
            </a:r>
            <a:endParaRPr lang="es-ES" sz="2400" b="1" kern="0" dirty="0">
              <a:solidFill>
                <a:srgbClr val="FF0000"/>
              </a:solidFill>
            </a:endParaRPr>
          </a:p>
        </p:txBody>
      </p:sp>
      <p:pic>
        <p:nvPicPr>
          <p:cNvPr id="8" name="Imagen 7">
            <a:extLst>
              <a:ext uri="{FF2B5EF4-FFF2-40B4-BE49-F238E27FC236}">
                <a16:creationId xmlns:a16="http://schemas.microsoft.com/office/drawing/2014/main" id="{33681C77-0482-622B-3E6E-46A32C00270A}"/>
              </a:ext>
            </a:extLst>
          </p:cNvPr>
          <p:cNvPicPr>
            <a:picLocks noChangeAspect="1"/>
          </p:cNvPicPr>
          <p:nvPr/>
        </p:nvPicPr>
        <p:blipFill>
          <a:blip r:embed="rId3"/>
          <a:stretch>
            <a:fillRect/>
          </a:stretch>
        </p:blipFill>
        <p:spPr>
          <a:xfrm>
            <a:off x="539750" y="2420888"/>
            <a:ext cx="7558086" cy="2016224"/>
          </a:xfrm>
          <a:prstGeom prst="rect">
            <a:avLst/>
          </a:prstGeom>
        </p:spPr>
      </p:pic>
    </p:spTree>
    <p:extLst>
      <p:ext uri="{BB962C8B-B14F-4D97-AF65-F5344CB8AC3E}">
        <p14:creationId xmlns:p14="http://schemas.microsoft.com/office/powerpoint/2010/main" val="39708045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Ejecución de consultas.</a:t>
            </a:r>
          </a:p>
          <a:p>
            <a:pPr lvl="0">
              <a:buNone/>
            </a:pPr>
            <a:r>
              <a:rPr lang="es-ES" sz="2000" dirty="0"/>
              <a:t>Normalmente, tanto </a:t>
            </a:r>
            <a:r>
              <a:rPr lang="es-ES" sz="2000" i="1" dirty="0" err="1"/>
              <a:t>Query</a:t>
            </a:r>
            <a:r>
              <a:rPr lang="es-ES" sz="2000" i="1" dirty="0"/>
              <a:t> </a:t>
            </a:r>
            <a:r>
              <a:rPr lang="es-ES" sz="2000" dirty="0"/>
              <a:t>como </a:t>
            </a:r>
            <a:r>
              <a:rPr lang="es-ES" sz="2000" i="1" dirty="0" err="1"/>
              <a:t>TypedQuery</a:t>
            </a:r>
            <a:r>
              <a:rPr lang="es-ES" sz="2000" i="1" dirty="0"/>
              <a:t>, </a:t>
            </a:r>
            <a:r>
              <a:rPr lang="es-ES" sz="2000" dirty="0"/>
              <a:t>son lanzadas a ejecución para devolver los resultados mediante los métodos:</a:t>
            </a:r>
          </a:p>
          <a:p>
            <a:pPr lvl="0">
              <a:buNone/>
            </a:pPr>
            <a:endParaRPr lang="es-ES" sz="2000" b="1" dirty="0"/>
          </a:p>
          <a:p>
            <a:pPr lvl="0">
              <a:buNone/>
            </a:pPr>
            <a:r>
              <a:rPr lang="es-ES" sz="2000" b="1" dirty="0" err="1"/>
              <a:t>List</a:t>
            </a:r>
            <a:r>
              <a:rPr lang="es-ES" sz="2000" b="1" dirty="0"/>
              <a:t>&lt;T&gt; </a:t>
            </a:r>
            <a:r>
              <a:rPr lang="es-ES" sz="2000" b="1" dirty="0" err="1"/>
              <a:t>listAllResults</a:t>
            </a:r>
            <a:r>
              <a:rPr lang="es-ES" sz="2000" b="1" dirty="0"/>
              <a:t>()</a:t>
            </a:r>
            <a:endParaRPr lang="es-ES" sz="2000" dirty="0"/>
          </a:p>
          <a:p>
            <a:pPr lvl="0">
              <a:buNone/>
            </a:pPr>
            <a:r>
              <a:rPr lang="es-ES" sz="2000" dirty="0"/>
              <a:t>Devuelve una lista de objetos T con el resultado de la consulta.</a:t>
            </a:r>
          </a:p>
          <a:p>
            <a:pPr lvl="0">
              <a:buNone/>
            </a:pPr>
            <a:endParaRPr lang="es-ES" sz="2000" dirty="0"/>
          </a:p>
          <a:p>
            <a:pPr lvl="0">
              <a:buNone/>
            </a:pPr>
            <a:r>
              <a:rPr lang="es-ES" sz="2000" b="1" dirty="0" err="1"/>
              <a:t>Object</a:t>
            </a:r>
            <a:r>
              <a:rPr lang="es-ES" sz="2000" b="1" dirty="0"/>
              <a:t>  </a:t>
            </a:r>
            <a:r>
              <a:rPr lang="es-ES" sz="2000" b="1" dirty="0" err="1"/>
              <a:t>getSingleResult</a:t>
            </a:r>
            <a:r>
              <a:rPr lang="es-ES" sz="2000" b="1" dirty="0"/>
              <a:t>()</a:t>
            </a:r>
            <a:endParaRPr lang="es-ES" sz="2000" dirty="0"/>
          </a:p>
          <a:p>
            <a:pPr lvl="0">
              <a:buNone/>
            </a:pPr>
            <a:r>
              <a:rPr lang="es-ES" sz="2000" dirty="0"/>
              <a:t>Se usa para procesar consultas que devuelven un único resultado. El resultado se devuelve en </a:t>
            </a:r>
            <a:r>
              <a:rPr lang="es-ES" sz="2000" i="1" dirty="0" err="1"/>
              <a:t>Object</a:t>
            </a:r>
            <a:r>
              <a:rPr lang="es-ES" sz="2000" dirty="0"/>
              <a:t>, que habrá que castearlo a la clase adecuada</a:t>
            </a:r>
            <a:r>
              <a:rPr lang="es-ES" sz="2000" b="1" dirty="0"/>
              <a:t>.</a:t>
            </a:r>
          </a:p>
          <a:p>
            <a:pPr lvl="0">
              <a:buNone/>
            </a:pPr>
            <a:r>
              <a:rPr lang="es-ES" sz="2000" dirty="0"/>
              <a:t>Este método `puede lanzar las excepciones </a:t>
            </a:r>
            <a:r>
              <a:rPr lang="es-ES" sz="2000" i="1" dirty="0" err="1"/>
              <a:t>NoResultException</a:t>
            </a:r>
            <a:r>
              <a:rPr lang="es-ES" sz="2000" dirty="0"/>
              <a:t> (cuando no hay resultados a devolver) y.</a:t>
            </a:r>
            <a:r>
              <a:rPr lang="es-ES" sz="2000" i="1" dirty="0"/>
              <a:t> </a:t>
            </a:r>
            <a:r>
              <a:rPr lang="es-ES" sz="2000" i="1" dirty="0" err="1"/>
              <a:t>NonUniqueResultException</a:t>
            </a:r>
            <a:r>
              <a:rPr lang="es-ES" sz="2000" i="1" dirty="0"/>
              <a:t> </a:t>
            </a:r>
            <a:r>
              <a:rPr lang="es-ES" sz="2000" dirty="0"/>
              <a:t>(cuando se debería devolver más de un resultado).</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5.2.- Lenguaje de consulta JPQL. Ejecución de consultas</a:t>
            </a:r>
          </a:p>
        </p:txBody>
      </p:sp>
    </p:spTree>
    <p:extLst>
      <p:ext uri="{BB962C8B-B14F-4D97-AF65-F5344CB8AC3E}">
        <p14:creationId xmlns:p14="http://schemas.microsoft.com/office/powerpoint/2010/main" val="54722939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Ejemplo de ejecución y uso de una </a:t>
            </a:r>
            <a:r>
              <a:rPr lang="es-ES" sz="2000" b="1" dirty="0" err="1"/>
              <a:t>Query</a:t>
            </a:r>
            <a:r>
              <a:rPr lang="es-ES" sz="2000" b="1" dirty="0"/>
              <a:t> que devuelve una lista de objetos:</a:t>
            </a:r>
          </a:p>
          <a:p>
            <a:pPr lvl="0">
              <a:buNone/>
            </a:pPr>
            <a:endParaRPr lang="es-ES" sz="2000" b="1" dirty="0"/>
          </a:p>
          <a:p>
            <a:pPr lvl="0">
              <a:buNone/>
            </a:pPr>
            <a:endParaRPr lang="es-ES" sz="2000" b="1" dirty="0"/>
          </a:p>
          <a:p>
            <a:pPr lvl="0">
              <a:lnSpc>
                <a:spcPct val="100000"/>
              </a:lnSpc>
              <a:spcAft>
                <a:spcPts val="0"/>
              </a:spcAft>
              <a:buNone/>
            </a:pPr>
            <a:r>
              <a:rPr lang="es-ES" sz="2000" b="1" dirty="0"/>
              <a:t>Ejemplo de ejecución y uso de una </a:t>
            </a:r>
            <a:r>
              <a:rPr lang="es-ES" sz="2000" b="1" dirty="0" err="1"/>
              <a:t>TypedQuery</a:t>
            </a:r>
            <a:r>
              <a:rPr lang="es-ES" sz="2000" b="1" dirty="0"/>
              <a:t> que devuelve una lista de objetos:</a:t>
            </a:r>
          </a:p>
          <a:p>
            <a:pPr lvl="0">
              <a:lnSpc>
                <a:spcPct val="100000"/>
              </a:lnSpc>
              <a:spcAft>
                <a:spcPts val="0"/>
              </a:spcAft>
              <a:buNone/>
            </a:pPr>
            <a:endParaRPr lang="es-ES" sz="2000" b="1" dirty="0"/>
          </a:p>
          <a:p>
            <a:pPr lvl="0">
              <a:lnSpc>
                <a:spcPct val="100000"/>
              </a:lnSpc>
              <a:spcAft>
                <a:spcPts val="0"/>
              </a:spcAft>
              <a:buNone/>
            </a:pPr>
            <a:endParaRPr lang="es-ES" sz="2000" b="1" dirty="0"/>
          </a:p>
          <a:p>
            <a:pPr lvl="0">
              <a:lnSpc>
                <a:spcPct val="100000"/>
              </a:lnSpc>
              <a:spcAft>
                <a:spcPts val="0"/>
              </a:spcAft>
              <a:buNone/>
            </a:pPr>
            <a:endParaRPr lang="es-ES" sz="2000" b="1" dirty="0"/>
          </a:p>
          <a:p>
            <a:pPr>
              <a:lnSpc>
                <a:spcPct val="100000"/>
              </a:lnSpc>
              <a:spcAft>
                <a:spcPts val="0"/>
              </a:spcAft>
              <a:buNone/>
            </a:pPr>
            <a:endParaRPr lang="es-ES" sz="2000" b="1" dirty="0"/>
          </a:p>
          <a:p>
            <a:pPr>
              <a:lnSpc>
                <a:spcPct val="100000"/>
              </a:lnSpc>
              <a:spcAft>
                <a:spcPts val="0"/>
              </a:spcAft>
              <a:buNone/>
            </a:pPr>
            <a:r>
              <a:rPr lang="es-ES" sz="2000" b="1" dirty="0"/>
              <a:t>Ejemplo de ejecución y uso de una </a:t>
            </a:r>
            <a:r>
              <a:rPr lang="es-ES" sz="2000" b="1" dirty="0" err="1"/>
              <a:t>Query</a:t>
            </a:r>
            <a:r>
              <a:rPr lang="es-ES" sz="2000" b="1" dirty="0"/>
              <a:t> que devuelve un objeto:</a:t>
            </a:r>
          </a:p>
          <a:p>
            <a:pPr lvl="0">
              <a:buNone/>
            </a:pPr>
            <a:endParaRPr lang="es-ES" sz="2000" b="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5.2.- Lenguaje de consulta JPQL. Ejecución de consultas</a:t>
            </a:r>
          </a:p>
        </p:txBody>
      </p:sp>
      <p:pic>
        <p:nvPicPr>
          <p:cNvPr id="3" name="Imagen 2">
            <a:extLst>
              <a:ext uri="{FF2B5EF4-FFF2-40B4-BE49-F238E27FC236}">
                <a16:creationId xmlns:a16="http://schemas.microsoft.com/office/drawing/2014/main" id="{D13070E4-836E-514A-8235-D546AA6D8F9C}"/>
              </a:ext>
            </a:extLst>
          </p:cNvPr>
          <p:cNvPicPr>
            <a:picLocks noChangeAspect="1"/>
          </p:cNvPicPr>
          <p:nvPr/>
        </p:nvPicPr>
        <p:blipFill>
          <a:blip r:embed="rId3"/>
          <a:stretch>
            <a:fillRect/>
          </a:stretch>
        </p:blipFill>
        <p:spPr>
          <a:xfrm>
            <a:off x="445389" y="1532604"/>
            <a:ext cx="8452631" cy="1008112"/>
          </a:xfrm>
          <a:prstGeom prst="rect">
            <a:avLst/>
          </a:prstGeom>
        </p:spPr>
      </p:pic>
      <p:pic>
        <p:nvPicPr>
          <p:cNvPr id="6" name="Imagen 5">
            <a:extLst>
              <a:ext uri="{FF2B5EF4-FFF2-40B4-BE49-F238E27FC236}">
                <a16:creationId xmlns:a16="http://schemas.microsoft.com/office/drawing/2014/main" id="{E77AA4C7-C328-BE17-2D65-109975951770}"/>
              </a:ext>
            </a:extLst>
          </p:cNvPr>
          <p:cNvPicPr>
            <a:picLocks noChangeAspect="1"/>
          </p:cNvPicPr>
          <p:nvPr/>
        </p:nvPicPr>
        <p:blipFill>
          <a:blip r:embed="rId4"/>
          <a:stretch>
            <a:fillRect/>
          </a:stretch>
        </p:blipFill>
        <p:spPr>
          <a:xfrm>
            <a:off x="375799" y="3320875"/>
            <a:ext cx="8594111" cy="936104"/>
          </a:xfrm>
          <a:prstGeom prst="rect">
            <a:avLst/>
          </a:prstGeom>
        </p:spPr>
      </p:pic>
      <p:pic>
        <p:nvPicPr>
          <p:cNvPr id="8" name="Imagen 7">
            <a:extLst>
              <a:ext uri="{FF2B5EF4-FFF2-40B4-BE49-F238E27FC236}">
                <a16:creationId xmlns:a16="http://schemas.microsoft.com/office/drawing/2014/main" id="{F561ADCE-7914-EE09-5365-940C7801DA43}"/>
              </a:ext>
            </a:extLst>
          </p:cNvPr>
          <p:cNvPicPr>
            <a:picLocks noChangeAspect="1"/>
          </p:cNvPicPr>
          <p:nvPr/>
        </p:nvPicPr>
        <p:blipFill>
          <a:blip r:embed="rId5"/>
          <a:stretch>
            <a:fillRect/>
          </a:stretch>
        </p:blipFill>
        <p:spPr>
          <a:xfrm>
            <a:off x="1187624" y="4834241"/>
            <a:ext cx="6120680" cy="1966229"/>
          </a:xfrm>
          <a:prstGeom prst="rect">
            <a:avLst/>
          </a:prstGeom>
        </p:spPr>
      </p:pic>
    </p:spTree>
    <p:extLst>
      <p:ext uri="{BB962C8B-B14F-4D97-AF65-F5344CB8AC3E}">
        <p14:creationId xmlns:p14="http://schemas.microsoft.com/office/powerpoint/2010/main" val="182275480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Ejemplo de ejecución de una </a:t>
            </a:r>
            <a:r>
              <a:rPr lang="es-ES" sz="2000" b="1" dirty="0" err="1"/>
              <a:t>NamedQuery</a:t>
            </a:r>
            <a:r>
              <a:rPr lang="es-ES" sz="2000" b="1" dirty="0"/>
              <a:t>. En este caso se instancia el objeto </a:t>
            </a:r>
            <a:r>
              <a:rPr lang="es-ES" sz="2000" b="1" dirty="0" err="1"/>
              <a:t>Query</a:t>
            </a:r>
            <a:r>
              <a:rPr lang="es-ES" sz="2000" b="1" dirty="0"/>
              <a:t> o el </a:t>
            </a:r>
            <a:r>
              <a:rPr lang="es-ES" sz="2000" b="1" dirty="0" err="1"/>
              <a:t>TypedQuery</a:t>
            </a:r>
            <a:r>
              <a:rPr lang="es-ES" sz="2000" b="1" dirty="0"/>
              <a:t> con el método </a:t>
            </a:r>
            <a:r>
              <a:rPr lang="es-ES" sz="2000" b="1" dirty="0" err="1"/>
              <a:t>createNamedQuery</a:t>
            </a:r>
            <a:r>
              <a:rPr lang="es-ES" sz="2000" b="1" dirty="0"/>
              <a:t>:</a:t>
            </a:r>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r>
              <a:rPr lang="es-ES" sz="2000" b="1" dirty="0"/>
              <a:t>Ejemplo de ejecución de la </a:t>
            </a:r>
            <a:r>
              <a:rPr lang="es-ES" sz="2000" b="1" dirty="0" err="1"/>
              <a:t>NamedQuery</a:t>
            </a:r>
            <a:r>
              <a:rPr lang="es-ES" sz="2000" b="1" dirty="0"/>
              <a:t> parametrizada</a:t>
            </a:r>
          </a:p>
          <a:p>
            <a:pPr lvl="0">
              <a:buNone/>
            </a:pPr>
            <a:endParaRPr lang="es-ES" sz="2000" b="1" i="1" dirty="0"/>
          </a:p>
          <a:p>
            <a:pPr lvl="0">
              <a:buNone/>
            </a:pPr>
            <a:endParaRPr lang="es-ES" sz="2000" b="1" i="1" dirty="0"/>
          </a:p>
          <a:p>
            <a:pPr lvl="0">
              <a:buNone/>
            </a:pPr>
            <a:endParaRPr lang="es-ES" sz="2000" b="1" i="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5.2.- Lenguaje de consulta JPQL. Ejecución de consultas</a:t>
            </a:r>
          </a:p>
        </p:txBody>
      </p:sp>
      <p:pic>
        <p:nvPicPr>
          <p:cNvPr id="3" name="Imagen 2">
            <a:extLst>
              <a:ext uri="{FF2B5EF4-FFF2-40B4-BE49-F238E27FC236}">
                <a16:creationId xmlns:a16="http://schemas.microsoft.com/office/drawing/2014/main" id="{C1629415-DB88-9EF0-0D87-A6AC70C7BA8E}"/>
              </a:ext>
            </a:extLst>
          </p:cNvPr>
          <p:cNvPicPr>
            <a:picLocks noChangeAspect="1"/>
          </p:cNvPicPr>
          <p:nvPr/>
        </p:nvPicPr>
        <p:blipFill>
          <a:blip r:embed="rId3"/>
          <a:stretch>
            <a:fillRect/>
          </a:stretch>
        </p:blipFill>
        <p:spPr>
          <a:xfrm>
            <a:off x="827584" y="2132856"/>
            <a:ext cx="7145521" cy="1152128"/>
          </a:xfrm>
          <a:prstGeom prst="rect">
            <a:avLst/>
          </a:prstGeom>
        </p:spPr>
      </p:pic>
      <p:pic>
        <p:nvPicPr>
          <p:cNvPr id="6" name="Imagen 5">
            <a:extLst>
              <a:ext uri="{FF2B5EF4-FFF2-40B4-BE49-F238E27FC236}">
                <a16:creationId xmlns:a16="http://schemas.microsoft.com/office/drawing/2014/main" id="{7678E2DE-3B62-90CD-64AE-D8FFFB7138F7}"/>
              </a:ext>
            </a:extLst>
          </p:cNvPr>
          <p:cNvPicPr>
            <a:picLocks noChangeAspect="1"/>
          </p:cNvPicPr>
          <p:nvPr/>
        </p:nvPicPr>
        <p:blipFill>
          <a:blip r:embed="rId4"/>
          <a:stretch>
            <a:fillRect/>
          </a:stretch>
        </p:blipFill>
        <p:spPr>
          <a:xfrm>
            <a:off x="805069" y="4338825"/>
            <a:ext cx="7594660" cy="2186518"/>
          </a:xfrm>
          <a:prstGeom prst="rect">
            <a:avLst/>
          </a:prstGeom>
        </p:spPr>
      </p:pic>
    </p:spTree>
    <p:extLst>
      <p:ext uri="{BB962C8B-B14F-4D97-AF65-F5344CB8AC3E}">
        <p14:creationId xmlns:p14="http://schemas.microsoft.com/office/powerpoint/2010/main" val="28313104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dirty="0"/>
              <a:t>Las consultas </a:t>
            </a:r>
            <a:r>
              <a:rPr lang="es-ES" sz="2000" b="1" dirty="0"/>
              <a:t>parametrizadas o dinámicas </a:t>
            </a:r>
            <a:r>
              <a:rPr lang="es-ES" sz="2000" dirty="0"/>
              <a:t>se construyen incluyendo en el texto de la consulta parámetros con un nombre. A estos parámetros se le asignan valores con el método </a:t>
            </a:r>
            <a:r>
              <a:rPr lang="es-ES" sz="2000" b="1" dirty="0" err="1"/>
              <a:t>setParameter</a:t>
            </a:r>
            <a:r>
              <a:rPr lang="es-ES" sz="2000" dirty="0"/>
              <a:t> en tiempo de ejecución y antes de ser ejecutadas esas consultas</a:t>
            </a:r>
            <a:r>
              <a:rPr lang="es-ES" sz="2000" b="1" dirty="0"/>
              <a:t>.</a:t>
            </a:r>
          </a:p>
          <a:p>
            <a:pPr lvl="0">
              <a:buNone/>
            </a:pPr>
            <a:r>
              <a:rPr lang="es-ES" sz="2000" dirty="0"/>
              <a:t>Dentro del texto de la consulta los parámetros se nombran con una palabra precedida del carácter dos puntos. </a:t>
            </a:r>
            <a:r>
              <a:rPr lang="es-ES" sz="2000" b="1" dirty="0"/>
              <a:t>Por ejemplo:</a:t>
            </a:r>
            <a:endParaRPr lang="es-ES" sz="2000" dirty="0"/>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endParaRPr lang="es-ES" sz="2000" b="1" i="1" dirty="0"/>
          </a:p>
          <a:p>
            <a:pPr lvl="0">
              <a:buNone/>
            </a:pPr>
            <a:endParaRPr lang="es-ES" sz="2000" b="1" i="1" dirty="0"/>
          </a:p>
          <a:p>
            <a:pPr lvl="0">
              <a:buNone/>
            </a:pPr>
            <a:endParaRPr lang="es-ES" sz="2000" b="1" i="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5.3.- Lenguaje de consulta JPQL. Consultas parametrizadas</a:t>
            </a:r>
          </a:p>
        </p:txBody>
      </p:sp>
      <p:pic>
        <p:nvPicPr>
          <p:cNvPr id="5" name="Imagen 4">
            <a:extLst>
              <a:ext uri="{FF2B5EF4-FFF2-40B4-BE49-F238E27FC236}">
                <a16:creationId xmlns:a16="http://schemas.microsoft.com/office/drawing/2014/main" id="{EADF2BFA-0A0A-DBCA-E461-A0DB7BE94246}"/>
              </a:ext>
            </a:extLst>
          </p:cNvPr>
          <p:cNvPicPr>
            <a:picLocks noChangeAspect="1"/>
          </p:cNvPicPr>
          <p:nvPr/>
        </p:nvPicPr>
        <p:blipFill>
          <a:blip r:embed="rId3"/>
          <a:stretch>
            <a:fillRect/>
          </a:stretch>
        </p:blipFill>
        <p:spPr>
          <a:xfrm>
            <a:off x="549149" y="3469792"/>
            <a:ext cx="8272492" cy="2500131"/>
          </a:xfrm>
          <a:prstGeom prst="rect">
            <a:avLst/>
          </a:prstGeom>
        </p:spPr>
      </p:pic>
    </p:spTree>
    <p:extLst>
      <p:ext uri="{BB962C8B-B14F-4D97-AF65-F5344CB8AC3E}">
        <p14:creationId xmlns:p14="http://schemas.microsoft.com/office/powerpoint/2010/main" val="7179899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dirty="0"/>
              <a:t>Al igual que en lenguaje SQL, en JPQL se pueden usar dentro de una instrucción cláusulas:</a:t>
            </a:r>
          </a:p>
          <a:p>
            <a:pPr lvl="0">
              <a:buNone/>
            </a:pPr>
            <a:r>
              <a:rPr lang="es-ES" sz="2000" b="1" dirty="0"/>
              <a:t>DISTINCT</a:t>
            </a:r>
          </a:p>
          <a:p>
            <a:pPr lvl="0">
              <a:buNone/>
            </a:pPr>
            <a:r>
              <a:rPr lang="es-ES" sz="2000" b="1" dirty="0"/>
              <a:t>WHERE</a:t>
            </a:r>
          </a:p>
          <a:p>
            <a:pPr lvl="0">
              <a:buNone/>
            </a:pPr>
            <a:r>
              <a:rPr lang="es-ES" sz="2000" b="1" dirty="0"/>
              <a:t>	incluyendo operadores relacionales, lógicos, IN, LIKE, BETWEEN</a:t>
            </a:r>
          </a:p>
          <a:p>
            <a:pPr lvl="0">
              <a:buNone/>
            </a:pPr>
            <a:r>
              <a:rPr lang="es-ES" sz="2000" b="1" dirty="0"/>
              <a:t>ORDER BY</a:t>
            </a:r>
          </a:p>
          <a:p>
            <a:pPr lvl="0">
              <a:buNone/>
            </a:pPr>
            <a:r>
              <a:rPr lang="es-ES" sz="2000" b="1" dirty="0"/>
              <a:t>GROUP BY</a:t>
            </a:r>
          </a:p>
          <a:p>
            <a:pPr lvl="0">
              <a:buNone/>
            </a:pPr>
            <a:r>
              <a:rPr lang="es-ES" sz="2000" b="1" dirty="0"/>
              <a:t>HAVING</a:t>
            </a:r>
          </a:p>
          <a:p>
            <a:pPr lvl="0">
              <a:buNone/>
            </a:pPr>
            <a:r>
              <a:rPr lang="es-ES" sz="2000" dirty="0"/>
              <a:t>También se pueden establecer en las consultas relaciones entre objetos mediante:</a:t>
            </a:r>
          </a:p>
          <a:p>
            <a:pPr lvl="0">
              <a:buNone/>
            </a:pPr>
            <a:r>
              <a:rPr lang="es-ES" sz="2000" dirty="0"/>
              <a:t>	</a:t>
            </a:r>
            <a:r>
              <a:rPr lang="es-ES" sz="2000" b="1" dirty="0"/>
              <a:t>JOIN</a:t>
            </a:r>
          </a:p>
          <a:p>
            <a:pPr lvl="0">
              <a:buNone/>
            </a:pPr>
            <a:r>
              <a:rPr lang="es-ES" sz="2000" dirty="0"/>
              <a:t> </a:t>
            </a:r>
          </a:p>
          <a:p>
            <a:pPr lvl="0">
              <a:buNone/>
            </a:pPr>
            <a:endParaRPr lang="es-ES" sz="2000" b="1" dirty="0"/>
          </a:p>
          <a:p>
            <a:pPr lvl="0">
              <a:buNone/>
            </a:pPr>
            <a:endParaRPr lang="es-ES" sz="2000" b="1" dirty="0"/>
          </a:p>
          <a:p>
            <a:pPr lvl="0">
              <a:buNone/>
            </a:pPr>
            <a:endParaRPr lang="es-ES" sz="2000" b="1" dirty="0"/>
          </a:p>
          <a:p>
            <a:pPr lvl="0">
              <a:buNone/>
            </a:pPr>
            <a:endParaRPr lang="es-ES" sz="2000" b="1" i="1" dirty="0"/>
          </a:p>
          <a:p>
            <a:pPr lvl="0">
              <a:buNone/>
            </a:pPr>
            <a:endParaRPr lang="es-ES" sz="2000" b="1" i="1" dirty="0"/>
          </a:p>
          <a:p>
            <a:pPr lvl="0">
              <a:buNone/>
            </a:pPr>
            <a:endParaRPr lang="es-ES" sz="2000" b="1" i="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spTree>
    <p:extLst>
      <p:ext uri="{BB962C8B-B14F-4D97-AF65-F5344CB8AC3E}">
        <p14:creationId xmlns:p14="http://schemas.microsoft.com/office/powerpoint/2010/main" val="87363909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613718" y="1046158"/>
            <a:ext cx="8229600"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endParaRPr lang="es-ES" sz="2000" dirty="0"/>
          </a:p>
          <a:p>
            <a:pPr lvl="0">
              <a:buNone/>
            </a:pPr>
            <a:r>
              <a:rPr lang="es-ES" sz="2000" dirty="0"/>
              <a:t>Ejemplos de consultas con filtro </a:t>
            </a:r>
            <a:r>
              <a:rPr lang="es-ES" sz="2000" b="1" dirty="0"/>
              <a:t>WHERE</a:t>
            </a:r>
            <a:r>
              <a:rPr lang="es-ES" sz="2000" dirty="0"/>
              <a:t>:</a:t>
            </a:r>
          </a:p>
          <a:p>
            <a:pPr lvl="0">
              <a:buNone/>
            </a:pPr>
            <a:endParaRPr lang="es-ES" sz="2000" dirty="0"/>
          </a:p>
          <a:p>
            <a:pPr lvl="0">
              <a:buNone/>
            </a:pPr>
            <a:endParaRPr lang="es-ES" sz="2000" dirty="0"/>
          </a:p>
          <a:p>
            <a:pPr lvl="0">
              <a:buNone/>
            </a:pPr>
            <a:endParaRPr lang="es-ES" sz="2000" dirty="0"/>
          </a:p>
          <a:p>
            <a:pPr lvl="0">
              <a:buNone/>
            </a:pPr>
            <a:endParaRPr lang="es-ES" sz="2000" dirty="0"/>
          </a:p>
          <a:p>
            <a:pPr lvl="0">
              <a:buNone/>
            </a:pPr>
            <a:endParaRPr lang="es-ES" sz="2000" dirty="0"/>
          </a:p>
          <a:p>
            <a:pPr lvl="0">
              <a:buNone/>
            </a:pPr>
            <a:r>
              <a:rPr lang="es-ES" sz="2000" dirty="0"/>
              <a:t> </a:t>
            </a:r>
          </a:p>
          <a:p>
            <a:pPr lvl="0">
              <a:buNone/>
            </a:pPr>
            <a:endParaRPr lang="es-ES" sz="2000" b="1" dirty="0"/>
          </a:p>
          <a:p>
            <a:pPr lvl="0">
              <a:buNone/>
            </a:pPr>
            <a:endParaRPr lang="es-ES" sz="2000" b="1" dirty="0"/>
          </a:p>
          <a:p>
            <a:pPr lvl="0">
              <a:buNone/>
            </a:pPr>
            <a:endParaRPr lang="es-ES" sz="2000" b="1" dirty="0"/>
          </a:p>
          <a:p>
            <a:pPr lvl="0">
              <a:buNone/>
            </a:pPr>
            <a:endParaRPr lang="es-ES" sz="2000" b="1" i="1" dirty="0"/>
          </a:p>
          <a:p>
            <a:pPr lvl="0">
              <a:buNone/>
            </a:pPr>
            <a:endParaRPr lang="es-ES" sz="2000" b="1" i="1" dirty="0"/>
          </a:p>
          <a:p>
            <a:pPr lvl="0">
              <a:buNone/>
            </a:pPr>
            <a:endParaRPr lang="es-ES" sz="2000" b="1" i="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3" name="Imagen 2">
            <a:extLst>
              <a:ext uri="{FF2B5EF4-FFF2-40B4-BE49-F238E27FC236}">
                <a16:creationId xmlns:a16="http://schemas.microsoft.com/office/drawing/2014/main" id="{96F8E06A-6806-193E-6580-875094AA9F7B}"/>
              </a:ext>
            </a:extLst>
          </p:cNvPr>
          <p:cNvPicPr>
            <a:picLocks noChangeAspect="1"/>
          </p:cNvPicPr>
          <p:nvPr/>
        </p:nvPicPr>
        <p:blipFill>
          <a:blip r:embed="rId3"/>
          <a:stretch>
            <a:fillRect/>
          </a:stretch>
        </p:blipFill>
        <p:spPr>
          <a:xfrm>
            <a:off x="613718" y="2575743"/>
            <a:ext cx="7344816" cy="2287527"/>
          </a:xfrm>
          <a:prstGeom prst="rect">
            <a:avLst/>
          </a:prstGeom>
        </p:spPr>
      </p:pic>
    </p:spTree>
    <p:extLst>
      <p:ext uri="{BB962C8B-B14F-4D97-AF65-F5344CB8AC3E}">
        <p14:creationId xmlns:p14="http://schemas.microsoft.com/office/powerpoint/2010/main" val="33756711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dirty="0"/>
              <a:t>Ejemplos de consultas con filtro </a:t>
            </a:r>
            <a:r>
              <a:rPr lang="es-ES" sz="2000" b="1" dirty="0"/>
              <a:t>DISTINCT </a:t>
            </a:r>
            <a:r>
              <a:rPr lang="es-ES" sz="2000" dirty="0"/>
              <a:t>(sin datos repetidos) y con </a:t>
            </a:r>
            <a:r>
              <a:rPr lang="es-ES" sz="2000" b="1" dirty="0"/>
              <a:t>ORDER BY</a:t>
            </a:r>
            <a:r>
              <a:rPr lang="es-ES" sz="2000" dirty="0"/>
              <a:t>.</a:t>
            </a:r>
          </a:p>
          <a:p>
            <a:pPr>
              <a:buNone/>
            </a:pPr>
            <a:r>
              <a:rPr lang="es-ES" sz="2000" dirty="0"/>
              <a:t>Es un ejemplo en lo que se consulta son edades de empleados. Aquí vemos por primera vez como se pueden obtener en la consulta datos que forman parte de los objetos persistentes, en este caso la edad.</a:t>
            </a:r>
          </a:p>
          <a:p>
            <a:pPr lvl="0">
              <a:buNone/>
            </a:pPr>
            <a:endParaRPr lang="es-ES" sz="2000" dirty="0"/>
          </a:p>
          <a:p>
            <a:pPr lvl="0">
              <a:buNone/>
            </a:pPr>
            <a:endParaRPr lang="es-ES" sz="2000" dirty="0"/>
          </a:p>
          <a:p>
            <a:pPr lvl="0">
              <a:spcAft>
                <a:spcPts val="600"/>
              </a:spcAft>
              <a:buNone/>
            </a:pPr>
            <a:endParaRPr lang="es-ES" sz="2000" dirty="0"/>
          </a:p>
          <a:p>
            <a:pPr lvl="0">
              <a:spcAft>
                <a:spcPts val="600"/>
              </a:spcAft>
              <a:buNone/>
            </a:pPr>
            <a:endParaRPr lang="es-ES" sz="2000" dirty="0"/>
          </a:p>
          <a:p>
            <a:pPr lvl="0">
              <a:spcAft>
                <a:spcPts val="600"/>
              </a:spcAft>
              <a:buNone/>
            </a:pPr>
            <a:r>
              <a:rPr lang="es-ES" sz="2000" dirty="0"/>
              <a:t>También se podría usar </a:t>
            </a:r>
            <a:r>
              <a:rPr lang="es-ES" sz="2000" b="1" dirty="0"/>
              <a:t>GROUP BY:</a:t>
            </a:r>
            <a:endParaRPr lang="es-ES" sz="2000" dirty="0"/>
          </a:p>
          <a:p>
            <a:pPr lvl="0">
              <a:buNone/>
            </a:pPr>
            <a:endParaRPr lang="es-ES" sz="2000" dirty="0"/>
          </a:p>
          <a:p>
            <a:pPr lvl="0">
              <a:buNone/>
            </a:pPr>
            <a:endParaRPr lang="es-ES" sz="2000" dirty="0"/>
          </a:p>
          <a:p>
            <a:pPr lvl="0">
              <a:buNone/>
            </a:pPr>
            <a:r>
              <a:rPr lang="es-ES" sz="2000" dirty="0"/>
              <a:t> </a:t>
            </a:r>
          </a:p>
          <a:p>
            <a:pPr lvl="0">
              <a:buNone/>
            </a:pPr>
            <a:endParaRPr lang="es-ES" sz="2000" b="1" dirty="0"/>
          </a:p>
          <a:p>
            <a:pPr lvl="0">
              <a:buNone/>
            </a:pPr>
            <a:endParaRPr lang="es-ES" sz="2000" b="1" dirty="0"/>
          </a:p>
          <a:p>
            <a:pPr lvl="0">
              <a:buNone/>
            </a:pPr>
            <a:endParaRPr lang="es-ES" sz="2000" b="1" dirty="0"/>
          </a:p>
          <a:p>
            <a:pPr lvl="0">
              <a:buNone/>
            </a:pPr>
            <a:endParaRPr lang="es-ES" sz="2000" b="1" i="1" dirty="0"/>
          </a:p>
          <a:p>
            <a:pPr lvl="0">
              <a:buNone/>
            </a:pPr>
            <a:endParaRPr lang="es-ES" sz="2000" b="1" i="1" dirty="0"/>
          </a:p>
          <a:p>
            <a:pPr lvl="0">
              <a:buNone/>
            </a:pPr>
            <a:endParaRPr lang="es-ES" sz="2000" b="1" i="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6" name="Imagen 5">
            <a:extLst>
              <a:ext uri="{FF2B5EF4-FFF2-40B4-BE49-F238E27FC236}">
                <a16:creationId xmlns:a16="http://schemas.microsoft.com/office/drawing/2014/main" id="{4FEFA35D-6E3E-DC08-1CCE-05DBF89A77EC}"/>
              </a:ext>
            </a:extLst>
          </p:cNvPr>
          <p:cNvPicPr>
            <a:picLocks noChangeAspect="1"/>
          </p:cNvPicPr>
          <p:nvPr/>
        </p:nvPicPr>
        <p:blipFill>
          <a:blip r:embed="rId3"/>
          <a:stretch>
            <a:fillRect/>
          </a:stretch>
        </p:blipFill>
        <p:spPr>
          <a:xfrm>
            <a:off x="755576" y="2924944"/>
            <a:ext cx="7704856" cy="1577088"/>
          </a:xfrm>
          <a:prstGeom prst="rect">
            <a:avLst/>
          </a:prstGeom>
        </p:spPr>
      </p:pic>
      <p:pic>
        <p:nvPicPr>
          <p:cNvPr id="8" name="Imagen 7">
            <a:extLst>
              <a:ext uri="{FF2B5EF4-FFF2-40B4-BE49-F238E27FC236}">
                <a16:creationId xmlns:a16="http://schemas.microsoft.com/office/drawing/2014/main" id="{F3B5F15F-C67B-5798-3F83-CD6161FCABF4}"/>
              </a:ext>
            </a:extLst>
          </p:cNvPr>
          <p:cNvPicPr>
            <a:picLocks noChangeAspect="1"/>
          </p:cNvPicPr>
          <p:nvPr/>
        </p:nvPicPr>
        <p:blipFill>
          <a:blip r:embed="rId4"/>
          <a:stretch>
            <a:fillRect/>
          </a:stretch>
        </p:blipFill>
        <p:spPr>
          <a:xfrm>
            <a:off x="866045" y="5171060"/>
            <a:ext cx="7411910" cy="1686940"/>
          </a:xfrm>
          <a:prstGeom prst="rect">
            <a:avLst/>
          </a:prstGeom>
        </p:spPr>
      </p:pic>
    </p:spTree>
    <p:extLst>
      <p:ext uri="{BB962C8B-B14F-4D97-AF65-F5344CB8AC3E}">
        <p14:creationId xmlns:p14="http://schemas.microsoft.com/office/powerpoint/2010/main" val="400173312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Proyección de resultados:</a:t>
            </a:r>
          </a:p>
          <a:p>
            <a:pPr>
              <a:buNone/>
            </a:pPr>
            <a:r>
              <a:rPr lang="es-ES" sz="2000" dirty="0"/>
              <a:t>Es posible recuperar un conjunto de atributos de las instancias, sin que formen una entidad. Esto es útil cuando además de consultar algún atributo de cada instancia, necesitamos obtener otros valores.</a:t>
            </a:r>
          </a:p>
          <a:p>
            <a:pPr lvl="0">
              <a:buNone/>
            </a:pPr>
            <a:r>
              <a:rPr lang="es-ES" sz="2000" dirty="0"/>
              <a:t>Vemos primero un ejemplo en el que se puede usar la proyección aunque no sería recomendable. Este caso sólo sería aceptable si cada instancia tiene muchos atributos y se desea consultar unos pocos.</a:t>
            </a:r>
          </a:p>
          <a:p>
            <a:pPr lvl="0">
              <a:buNone/>
            </a:pPr>
            <a:endParaRPr lang="es-ES" sz="2000" dirty="0"/>
          </a:p>
          <a:p>
            <a:pPr lvl="0">
              <a:buNone/>
            </a:pPr>
            <a:endParaRPr lang="es-ES" sz="2000" dirty="0"/>
          </a:p>
          <a:p>
            <a:pPr lvl="0">
              <a:buNone/>
            </a:pPr>
            <a:endParaRPr lang="es-ES" sz="2000" dirty="0"/>
          </a:p>
          <a:p>
            <a:pPr lvl="0">
              <a:buNone/>
            </a:pPr>
            <a:endParaRPr lang="es-ES" sz="2000" dirty="0"/>
          </a:p>
          <a:p>
            <a:pPr lvl="0">
              <a:buNone/>
            </a:pPr>
            <a:r>
              <a:rPr lang="es-ES" sz="2000" dirty="0"/>
              <a:t>En estos casos, siempre el </a:t>
            </a:r>
            <a:r>
              <a:rPr lang="es-ES" sz="2000" b="1" dirty="0" err="1"/>
              <a:t>List</a:t>
            </a:r>
            <a:r>
              <a:rPr lang="es-ES" sz="2000" b="1" dirty="0"/>
              <a:t> </a:t>
            </a:r>
            <a:r>
              <a:rPr lang="es-ES" sz="2000" dirty="0"/>
              <a:t>que se devuelve es un array de objetos </a:t>
            </a:r>
            <a:r>
              <a:rPr lang="es-ES" sz="2000" b="1" dirty="0" err="1"/>
              <a:t>Object</a:t>
            </a:r>
            <a:r>
              <a:rPr lang="es-ES" sz="2000" b="1" dirty="0"/>
              <a:t> (</a:t>
            </a:r>
            <a:r>
              <a:rPr lang="es-ES" sz="2000" dirty="0"/>
              <a:t>que tendrá tantos elementos como datos se consulten).</a:t>
            </a:r>
            <a:endParaRPr lang="es-ES" sz="2000" b="1" i="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3" name="Imagen 2">
            <a:extLst>
              <a:ext uri="{FF2B5EF4-FFF2-40B4-BE49-F238E27FC236}">
                <a16:creationId xmlns:a16="http://schemas.microsoft.com/office/drawing/2014/main" id="{81676548-3071-2E15-F198-8907EC2163E8}"/>
              </a:ext>
            </a:extLst>
          </p:cNvPr>
          <p:cNvPicPr>
            <a:picLocks noChangeAspect="1"/>
          </p:cNvPicPr>
          <p:nvPr/>
        </p:nvPicPr>
        <p:blipFill>
          <a:blip r:embed="rId3"/>
          <a:stretch>
            <a:fillRect/>
          </a:stretch>
        </p:blipFill>
        <p:spPr>
          <a:xfrm>
            <a:off x="1115616" y="3725860"/>
            <a:ext cx="6768752" cy="1979541"/>
          </a:xfrm>
          <a:prstGeom prst="rect">
            <a:avLst/>
          </a:prstGeom>
        </p:spPr>
      </p:pic>
    </p:spTree>
    <p:extLst>
      <p:ext uri="{BB962C8B-B14F-4D97-AF65-F5344CB8AC3E}">
        <p14:creationId xmlns:p14="http://schemas.microsoft.com/office/powerpoint/2010/main" val="21831682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Proyección de resultados:</a:t>
            </a:r>
          </a:p>
          <a:p>
            <a:pPr>
              <a:buNone/>
            </a:pPr>
            <a:r>
              <a:rPr lang="es-ES" sz="2000" dirty="0"/>
              <a:t>Este ejemplo ya tendría más sentido ya que trata de obtener cuantos empleados hay de cada edad (la edad forma parte de cada instancia pero no el número de empleados).</a:t>
            </a:r>
          </a:p>
          <a:p>
            <a:pPr>
              <a:buNone/>
            </a:pPr>
            <a:r>
              <a:rPr lang="es-ES" sz="2000" dirty="0"/>
              <a:t>Hay que usar un agrupamiento </a:t>
            </a:r>
            <a:r>
              <a:rPr lang="es-ES" sz="2000" b="1" dirty="0"/>
              <a:t>GROUP BY </a:t>
            </a:r>
            <a:r>
              <a:rPr lang="es-ES" sz="2000" dirty="0"/>
              <a:t>y una función de agrupamiento.</a:t>
            </a:r>
          </a:p>
          <a:p>
            <a:pPr lvl="0">
              <a:buNone/>
            </a:pPr>
            <a:endParaRPr lang="es-ES" sz="20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5" name="Imagen 4">
            <a:extLst>
              <a:ext uri="{FF2B5EF4-FFF2-40B4-BE49-F238E27FC236}">
                <a16:creationId xmlns:a16="http://schemas.microsoft.com/office/drawing/2014/main" id="{975AF207-F069-EDAC-3EED-2C071F99AB12}"/>
              </a:ext>
            </a:extLst>
          </p:cNvPr>
          <p:cNvPicPr>
            <a:picLocks noChangeAspect="1"/>
          </p:cNvPicPr>
          <p:nvPr/>
        </p:nvPicPr>
        <p:blipFill>
          <a:blip r:embed="rId3"/>
          <a:stretch>
            <a:fillRect/>
          </a:stretch>
        </p:blipFill>
        <p:spPr>
          <a:xfrm>
            <a:off x="1403648" y="3284984"/>
            <a:ext cx="6480720" cy="2735521"/>
          </a:xfrm>
          <a:prstGeom prst="rect">
            <a:avLst/>
          </a:prstGeom>
        </p:spPr>
      </p:pic>
    </p:spTree>
    <p:extLst>
      <p:ext uri="{BB962C8B-B14F-4D97-AF65-F5344CB8AC3E}">
        <p14:creationId xmlns:p14="http://schemas.microsoft.com/office/powerpoint/2010/main" val="405897718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Uso de HAVING:</a:t>
            </a:r>
          </a:p>
          <a:p>
            <a:pPr>
              <a:buNone/>
            </a:pPr>
            <a:r>
              <a:rPr lang="es-ES" sz="2000" dirty="0"/>
              <a:t>A partir del ejemplo anterior, podemos ver que se puede usar la cláusula </a:t>
            </a:r>
            <a:r>
              <a:rPr lang="es-ES" sz="2000" b="1" dirty="0"/>
              <a:t>HAVING </a:t>
            </a:r>
            <a:r>
              <a:rPr lang="es-ES" sz="2000" dirty="0"/>
              <a:t>para filtrar resultados por una condición basada en una función de agrupamiento. </a:t>
            </a:r>
          </a:p>
          <a:p>
            <a:pPr>
              <a:buNone/>
            </a:pPr>
            <a:r>
              <a:rPr lang="es-ES" sz="2000" dirty="0"/>
              <a:t>Obtenemos las edades en las que hay más de 5 empleados.</a:t>
            </a:r>
          </a:p>
          <a:p>
            <a:pPr lvl="0">
              <a:buNone/>
            </a:pPr>
            <a:endParaRPr lang="es-ES" sz="20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3" name="Imagen 2">
            <a:extLst>
              <a:ext uri="{FF2B5EF4-FFF2-40B4-BE49-F238E27FC236}">
                <a16:creationId xmlns:a16="http://schemas.microsoft.com/office/drawing/2014/main" id="{866460A0-0D51-1B0C-E1C2-46F2BD83B531}"/>
              </a:ext>
            </a:extLst>
          </p:cNvPr>
          <p:cNvPicPr>
            <a:picLocks noChangeAspect="1"/>
          </p:cNvPicPr>
          <p:nvPr/>
        </p:nvPicPr>
        <p:blipFill>
          <a:blip r:embed="rId3"/>
          <a:stretch>
            <a:fillRect/>
          </a:stretch>
        </p:blipFill>
        <p:spPr>
          <a:xfrm>
            <a:off x="755576" y="3212976"/>
            <a:ext cx="7630042" cy="2952328"/>
          </a:xfrm>
          <a:prstGeom prst="rect">
            <a:avLst/>
          </a:prstGeom>
        </p:spPr>
      </p:pic>
    </p:spTree>
    <p:extLst>
      <p:ext uri="{BB962C8B-B14F-4D97-AF65-F5344CB8AC3E}">
        <p14:creationId xmlns:p14="http://schemas.microsoft.com/office/powerpoint/2010/main" val="53287504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052512"/>
            <a:ext cx="8310562"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Relaciones entre entidades:</a:t>
            </a:r>
          </a:p>
          <a:p>
            <a:pPr lvl="0">
              <a:buNone/>
            </a:pPr>
            <a:r>
              <a:rPr lang="es-ES" sz="1800" dirty="0"/>
              <a:t>Supongamos que entre Departamento y Empleado no hay establecidas las relaciones </a:t>
            </a:r>
            <a:r>
              <a:rPr lang="es-ES" sz="1800" b="1" dirty="0" err="1"/>
              <a:t>OneToMany</a:t>
            </a:r>
            <a:r>
              <a:rPr lang="es-ES" sz="1800" b="1" dirty="0"/>
              <a:t> </a:t>
            </a:r>
            <a:r>
              <a:rPr lang="es-ES" sz="1800" dirty="0"/>
              <a:t>y </a:t>
            </a:r>
            <a:r>
              <a:rPr lang="es-ES" sz="1800" b="1" dirty="0" err="1"/>
              <a:t>ManyToOne</a:t>
            </a:r>
            <a:r>
              <a:rPr lang="es-ES" sz="1800" b="1" dirty="0"/>
              <a:t>. </a:t>
            </a:r>
            <a:r>
              <a:rPr lang="es-ES" sz="1800" dirty="0"/>
              <a:t>Únicamente, se tiene en Empleado un atributo entero </a:t>
            </a:r>
            <a:r>
              <a:rPr lang="es-ES" sz="1800" b="1" dirty="0" err="1"/>
              <a:t>numDept</a:t>
            </a:r>
            <a:r>
              <a:rPr lang="es-ES" sz="1800" b="1" dirty="0"/>
              <a:t> </a:t>
            </a:r>
            <a:r>
              <a:rPr lang="es-ES" sz="1800" dirty="0"/>
              <a:t>que indica el número de departamento al que pertenece cada empleado. En el siguiente ejemplo, se listarían nombre de empleados y nombres de departamento al que pertenecen.</a:t>
            </a:r>
          </a:p>
          <a:p>
            <a:pPr lvl="0">
              <a:buNone/>
            </a:pPr>
            <a:endParaRPr lang="es-ES" sz="20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7" name="Imagen 6">
            <a:extLst>
              <a:ext uri="{FF2B5EF4-FFF2-40B4-BE49-F238E27FC236}">
                <a16:creationId xmlns:a16="http://schemas.microsoft.com/office/drawing/2014/main" id="{E6024965-F15B-F0CC-B94B-C7EDD2CFE73A}"/>
              </a:ext>
            </a:extLst>
          </p:cNvPr>
          <p:cNvPicPr>
            <a:picLocks noChangeAspect="1"/>
          </p:cNvPicPr>
          <p:nvPr/>
        </p:nvPicPr>
        <p:blipFill>
          <a:blip r:embed="rId3"/>
          <a:stretch>
            <a:fillRect/>
          </a:stretch>
        </p:blipFill>
        <p:spPr>
          <a:xfrm>
            <a:off x="1043607" y="3284984"/>
            <a:ext cx="6848963" cy="2808312"/>
          </a:xfrm>
          <a:prstGeom prst="rect">
            <a:avLst/>
          </a:prstGeom>
        </p:spPr>
      </p:pic>
    </p:spTree>
    <p:extLst>
      <p:ext uri="{BB962C8B-B14F-4D97-AF65-F5344CB8AC3E}">
        <p14:creationId xmlns:p14="http://schemas.microsoft.com/office/powerpoint/2010/main" val="32798221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052512"/>
            <a:ext cx="8310562"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Relaciones JOIN entre entidades:</a:t>
            </a:r>
          </a:p>
          <a:p>
            <a:pPr lvl="0">
              <a:buNone/>
            </a:pPr>
            <a:r>
              <a:rPr lang="es-ES" sz="1800" dirty="0"/>
              <a:t>Se puede usar JOIN entre objetos de una entidad y objetos de una colección de la misma entidad para usar la relación que existe entre ellos. Se puede usar JOIN o sus variantes INNER JOIN, LEFT JOIN, OUTER JOIN.</a:t>
            </a:r>
          </a:p>
          <a:p>
            <a:pPr lvl="0">
              <a:buNone/>
            </a:pPr>
            <a:r>
              <a:rPr lang="es-ES" sz="1800" dirty="0"/>
              <a:t>Normalmente se usa para relacionar objetos de una entidad con una colección mapeada con relación </a:t>
            </a:r>
            <a:r>
              <a:rPr lang="es-ES" sz="1800" b="1" dirty="0" err="1"/>
              <a:t>OneToMany</a:t>
            </a:r>
            <a:r>
              <a:rPr lang="es-ES" sz="1800" b="1" dirty="0"/>
              <a:t> </a:t>
            </a:r>
            <a:r>
              <a:rPr lang="es-ES" sz="1800" dirty="0"/>
              <a:t>o una </a:t>
            </a:r>
            <a:r>
              <a:rPr lang="es-ES" sz="1800" b="1" dirty="0" err="1"/>
              <a:t>ManyToMany</a:t>
            </a:r>
            <a:r>
              <a:rPr lang="es-ES" sz="1800" b="1" dirty="0"/>
              <a:t>. </a:t>
            </a:r>
            <a:r>
              <a:rPr lang="es-ES" sz="1800" dirty="0"/>
              <a:t>Por ejemplo, si </a:t>
            </a:r>
            <a:r>
              <a:rPr lang="es-ES" sz="1800" i="1" dirty="0"/>
              <a:t>Empleado </a:t>
            </a:r>
            <a:r>
              <a:rPr lang="es-ES" sz="1800" dirty="0"/>
              <a:t>se relaciona con </a:t>
            </a:r>
            <a:r>
              <a:rPr lang="es-ES" sz="1800" i="1" dirty="0"/>
              <a:t>Proyecto </a:t>
            </a:r>
            <a:r>
              <a:rPr lang="es-ES" sz="1800" dirty="0"/>
              <a:t>con relación </a:t>
            </a:r>
            <a:r>
              <a:rPr lang="es-ES" sz="1800" b="1" dirty="0" err="1"/>
              <a:t>ManyToMany</a:t>
            </a:r>
            <a:r>
              <a:rPr lang="es-ES" sz="1800" dirty="0"/>
              <a:t> para representar que en un proyecto hay varios empleados y que un empleado puede participar en varios proyectos, la siguiente consulta obtiene los empleados que participan en un determinado proyecto;</a:t>
            </a:r>
          </a:p>
          <a:p>
            <a:pPr lvl="0">
              <a:buNone/>
            </a:pPr>
            <a:endParaRPr lang="es-ES" sz="1800" dirty="0"/>
          </a:p>
          <a:p>
            <a:pPr lvl="0">
              <a:buNone/>
            </a:pPr>
            <a:endParaRPr lang="es-ES" sz="20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9" name="Imagen 8">
            <a:extLst>
              <a:ext uri="{FF2B5EF4-FFF2-40B4-BE49-F238E27FC236}">
                <a16:creationId xmlns:a16="http://schemas.microsoft.com/office/drawing/2014/main" id="{8BD0DE1E-06B5-B21C-3028-0E994C39E7FD}"/>
              </a:ext>
            </a:extLst>
          </p:cNvPr>
          <p:cNvPicPr>
            <a:picLocks noChangeAspect="1"/>
          </p:cNvPicPr>
          <p:nvPr/>
        </p:nvPicPr>
        <p:blipFill>
          <a:blip r:embed="rId3"/>
          <a:stretch>
            <a:fillRect/>
          </a:stretch>
        </p:blipFill>
        <p:spPr>
          <a:xfrm>
            <a:off x="683568" y="4316436"/>
            <a:ext cx="7941993" cy="1848868"/>
          </a:xfrm>
          <a:prstGeom prst="rect">
            <a:avLst/>
          </a:prstGeom>
        </p:spPr>
      </p:pic>
    </p:spTree>
    <p:extLst>
      <p:ext uri="{BB962C8B-B14F-4D97-AF65-F5344CB8AC3E}">
        <p14:creationId xmlns:p14="http://schemas.microsoft.com/office/powerpoint/2010/main" val="84337518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052512"/>
            <a:ext cx="8310562"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endParaRPr lang="es-ES" sz="2000" b="1" dirty="0"/>
          </a:p>
          <a:p>
            <a:pPr lvl="0">
              <a:buNone/>
            </a:pPr>
            <a:r>
              <a:rPr lang="es-ES" sz="2000" b="1" dirty="0"/>
              <a:t>Valores nulos y colecciones vacías.</a:t>
            </a:r>
          </a:p>
          <a:p>
            <a:pPr lvl="0">
              <a:buNone/>
            </a:pPr>
            <a:r>
              <a:rPr lang="es-ES" sz="1800" dirty="0"/>
              <a:t>Se pueden filtrar valores nulos con las cláusulas </a:t>
            </a:r>
            <a:r>
              <a:rPr lang="es-ES" sz="1800" b="1" dirty="0"/>
              <a:t>NULL </a:t>
            </a:r>
            <a:r>
              <a:rPr lang="es-ES" sz="1800" dirty="0"/>
              <a:t>y </a:t>
            </a:r>
            <a:r>
              <a:rPr lang="es-ES" sz="1800" b="1" dirty="0"/>
              <a:t>NOT NULL. </a:t>
            </a:r>
            <a:r>
              <a:rPr lang="es-ES" sz="1800" dirty="0"/>
              <a:t>Por ejemplo, para obtener los nombres de empleados que no tienen asignado departamento, haríamos:</a:t>
            </a:r>
          </a:p>
          <a:p>
            <a:pPr lvl="0">
              <a:buNone/>
            </a:pPr>
            <a:endParaRPr lang="es-ES" sz="1800" dirty="0"/>
          </a:p>
          <a:p>
            <a:pPr lvl="0">
              <a:buNone/>
            </a:pPr>
            <a:endParaRPr lang="es-ES" sz="18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pic>
        <p:nvPicPr>
          <p:cNvPr id="5" name="Imagen 4">
            <a:extLst>
              <a:ext uri="{FF2B5EF4-FFF2-40B4-BE49-F238E27FC236}">
                <a16:creationId xmlns:a16="http://schemas.microsoft.com/office/drawing/2014/main" id="{66734128-DD65-AE97-64F0-3E092822DB66}"/>
              </a:ext>
            </a:extLst>
          </p:cNvPr>
          <p:cNvPicPr>
            <a:picLocks noChangeAspect="1"/>
          </p:cNvPicPr>
          <p:nvPr/>
        </p:nvPicPr>
        <p:blipFill>
          <a:blip r:embed="rId3"/>
          <a:stretch>
            <a:fillRect/>
          </a:stretch>
        </p:blipFill>
        <p:spPr>
          <a:xfrm>
            <a:off x="755576" y="3068960"/>
            <a:ext cx="6291523" cy="1152128"/>
          </a:xfrm>
          <a:prstGeom prst="rect">
            <a:avLst/>
          </a:prstGeom>
        </p:spPr>
      </p:pic>
    </p:spTree>
    <p:extLst>
      <p:ext uri="{BB962C8B-B14F-4D97-AF65-F5344CB8AC3E}">
        <p14:creationId xmlns:p14="http://schemas.microsoft.com/office/powerpoint/2010/main" val="14365680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052512"/>
            <a:ext cx="8310562"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Funciones:</a:t>
            </a:r>
          </a:p>
          <a:p>
            <a:pPr lvl="0">
              <a:buNone/>
            </a:pPr>
            <a:r>
              <a:rPr lang="es-ES" sz="1800" b="1" dirty="0"/>
              <a:t>JPQL </a:t>
            </a:r>
            <a:r>
              <a:rPr lang="es-ES" sz="1800" dirty="0"/>
              <a:t>permite usar varias funciones similares a funciones SQL en las consultas .</a:t>
            </a:r>
          </a:p>
          <a:p>
            <a:pPr marL="1028700" lvl="1">
              <a:spcAft>
                <a:spcPts val="600"/>
              </a:spcAft>
            </a:pPr>
            <a:r>
              <a:rPr lang="es-ES" sz="2000" b="1" dirty="0"/>
              <a:t>CONCAT</a:t>
            </a:r>
          </a:p>
          <a:p>
            <a:pPr marL="1028700" lvl="1">
              <a:spcAft>
                <a:spcPts val="600"/>
              </a:spcAft>
            </a:pPr>
            <a:r>
              <a:rPr lang="es-ES" sz="2000" b="1" dirty="0"/>
              <a:t>LOWER</a:t>
            </a:r>
          </a:p>
          <a:p>
            <a:pPr marL="1028700" lvl="1">
              <a:spcAft>
                <a:spcPts val="600"/>
              </a:spcAft>
            </a:pPr>
            <a:r>
              <a:rPr lang="es-ES" sz="2000" b="1" dirty="0"/>
              <a:t>UPPER</a:t>
            </a:r>
          </a:p>
          <a:p>
            <a:pPr marL="1028700" lvl="1">
              <a:spcAft>
                <a:spcPts val="600"/>
              </a:spcAft>
            </a:pPr>
            <a:r>
              <a:rPr lang="es-ES" sz="2000" b="1" dirty="0"/>
              <a:t>LENGTH</a:t>
            </a:r>
          </a:p>
          <a:p>
            <a:pPr marL="1028700" lvl="1">
              <a:spcAft>
                <a:spcPts val="600"/>
              </a:spcAft>
            </a:pPr>
            <a:r>
              <a:rPr lang="es-ES" sz="2000" b="1" dirty="0"/>
              <a:t>TRIM</a:t>
            </a:r>
          </a:p>
          <a:p>
            <a:pPr marL="1028700" lvl="1">
              <a:spcAft>
                <a:spcPts val="600"/>
              </a:spcAft>
            </a:pPr>
            <a:r>
              <a:rPr lang="es-ES" sz="2000" b="1" dirty="0"/>
              <a:t>LOCATE</a:t>
            </a:r>
          </a:p>
          <a:p>
            <a:pPr marL="1028700" lvl="1">
              <a:spcAft>
                <a:spcPts val="600"/>
              </a:spcAft>
            </a:pPr>
            <a:r>
              <a:rPr lang="es-ES" sz="2000" b="1" dirty="0"/>
              <a:t>MAX</a:t>
            </a:r>
          </a:p>
          <a:p>
            <a:pPr marL="1028700" lvl="1">
              <a:spcAft>
                <a:spcPts val="600"/>
              </a:spcAft>
            </a:pPr>
            <a:r>
              <a:rPr lang="es-ES" sz="2000" b="1" dirty="0"/>
              <a:t>COUNT</a:t>
            </a:r>
          </a:p>
          <a:p>
            <a:pPr marL="1028700" lvl="1">
              <a:spcAft>
                <a:spcPts val="600"/>
              </a:spcAft>
            </a:pPr>
            <a:r>
              <a:rPr lang="es-ES" sz="2000" b="1" dirty="0"/>
              <a:t>SUM</a:t>
            </a:r>
          </a:p>
          <a:p>
            <a:pPr marL="1028700" lvl="1">
              <a:spcAft>
                <a:spcPts val="600"/>
              </a:spcAft>
            </a:pPr>
            <a:r>
              <a:rPr lang="es-ES" sz="2000" b="1" dirty="0"/>
              <a:t>AVG</a:t>
            </a:r>
          </a:p>
          <a:p>
            <a:pPr marL="1028700" lvl="1">
              <a:spcAft>
                <a:spcPts val="600"/>
              </a:spcAft>
            </a:pPr>
            <a:endParaRPr lang="es-ES" sz="2000" b="1" dirty="0"/>
          </a:p>
          <a:p>
            <a:pPr marL="342900" indent="-342900">
              <a:spcAft>
                <a:spcPts val="600"/>
              </a:spcAft>
            </a:pPr>
            <a:endParaRPr lang="es-ES" sz="2000" b="1" dirty="0"/>
          </a:p>
          <a:p>
            <a:pPr marL="342900" indent="-342900">
              <a:spcAft>
                <a:spcPts val="600"/>
              </a:spcAft>
            </a:pPr>
            <a:endParaRPr lang="es-ES" sz="2000" b="1"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5.4.- Lenguaje de consulta JPQL. Cláusulas SELECT</a:t>
            </a:r>
          </a:p>
        </p:txBody>
      </p:sp>
    </p:spTree>
    <p:extLst>
      <p:ext uri="{BB962C8B-B14F-4D97-AF65-F5344CB8AC3E}">
        <p14:creationId xmlns:p14="http://schemas.microsoft.com/office/powerpoint/2010/main" val="19596958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052512"/>
            <a:ext cx="8310562" cy="53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endParaRPr lang="es-ES" sz="2000" b="1" dirty="0"/>
          </a:p>
          <a:p>
            <a:pPr lvl="0">
              <a:buNone/>
            </a:pPr>
            <a:r>
              <a:rPr lang="es-ES" sz="1800" dirty="0"/>
              <a:t>Se puede ejecutar consultas de actualización UPDATE y DELETE. Estas consultas siempre deben ejecutarse dentro de una transacción activa. Lo vemos con dos ejemplos:</a:t>
            </a:r>
          </a:p>
          <a:p>
            <a:pPr lvl="0">
              <a:buNone/>
            </a:pPr>
            <a:r>
              <a:rPr lang="es-ES" sz="1800" b="1" dirty="0"/>
              <a:t>Eliminar todos los empleados que no tengan asignado departamento.</a:t>
            </a:r>
          </a:p>
          <a:p>
            <a:pPr lvl="0">
              <a:buNone/>
            </a:pPr>
            <a:endParaRPr lang="es-ES" sz="1800" b="1" dirty="0"/>
          </a:p>
          <a:p>
            <a:pPr lvl="0">
              <a:buNone/>
            </a:pPr>
            <a:endParaRPr lang="es-ES" sz="1800" b="1" dirty="0"/>
          </a:p>
          <a:p>
            <a:pPr lvl="0">
              <a:buNone/>
            </a:pPr>
            <a:endParaRPr lang="es-ES" sz="1800" b="1" dirty="0"/>
          </a:p>
          <a:p>
            <a:pPr lvl="0">
              <a:buNone/>
            </a:pPr>
            <a:r>
              <a:rPr lang="es-ES" sz="1800" dirty="0"/>
              <a:t> </a:t>
            </a:r>
          </a:p>
          <a:p>
            <a:pPr lvl="0">
              <a:buNone/>
            </a:pPr>
            <a:r>
              <a:rPr lang="es-ES" sz="1800" b="1" dirty="0"/>
              <a:t>Incrementar en 1 la edad de todos los empleados con id superior a 7.</a:t>
            </a:r>
          </a:p>
          <a:p>
            <a:pPr lvl="0">
              <a:buNone/>
            </a:pPr>
            <a:endParaRPr lang="es-ES" sz="1800" dirty="0"/>
          </a:p>
          <a:p>
            <a:pPr lvl="0">
              <a:buNone/>
            </a:pPr>
            <a:endParaRPr lang="es-ES" sz="20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5.5.- Consultas JPQL de actualización</a:t>
            </a:r>
          </a:p>
        </p:txBody>
      </p:sp>
      <p:pic>
        <p:nvPicPr>
          <p:cNvPr id="3" name="Imagen 2">
            <a:extLst>
              <a:ext uri="{FF2B5EF4-FFF2-40B4-BE49-F238E27FC236}">
                <a16:creationId xmlns:a16="http://schemas.microsoft.com/office/drawing/2014/main" id="{669DC83C-0D44-558B-97FE-92C99CE5DF81}"/>
              </a:ext>
            </a:extLst>
          </p:cNvPr>
          <p:cNvPicPr>
            <a:picLocks noChangeAspect="1"/>
          </p:cNvPicPr>
          <p:nvPr/>
        </p:nvPicPr>
        <p:blipFill>
          <a:blip r:embed="rId3"/>
          <a:stretch>
            <a:fillRect/>
          </a:stretch>
        </p:blipFill>
        <p:spPr>
          <a:xfrm>
            <a:off x="539552" y="5085183"/>
            <a:ext cx="8028178" cy="1338030"/>
          </a:xfrm>
          <a:prstGeom prst="rect">
            <a:avLst/>
          </a:prstGeom>
        </p:spPr>
      </p:pic>
      <p:pic>
        <p:nvPicPr>
          <p:cNvPr id="6" name="Imagen 5">
            <a:extLst>
              <a:ext uri="{FF2B5EF4-FFF2-40B4-BE49-F238E27FC236}">
                <a16:creationId xmlns:a16="http://schemas.microsoft.com/office/drawing/2014/main" id="{B97D1C50-8F56-D6AA-B9F1-3592763066CA}"/>
              </a:ext>
            </a:extLst>
          </p:cNvPr>
          <p:cNvPicPr>
            <a:picLocks noChangeAspect="1"/>
          </p:cNvPicPr>
          <p:nvPr/>
        </p:nvPicPr>
        <p:blipFill>
          <a:blip r:embed="rId4"/>
          <a:stretch>
            <a:fillRect/>
          </a:stretch>
        </p:blipFill>
        <p:spPr>
          <a:xfrm>
            <a:off x="472378" y="2867025"/>
            <a:ext cx="8212834" cy="1306084"/>
          </a:xfrm>
          <a:prstGeom prst="rect">
            <a:avLst/>
          </a:prstGeom>
        </p:spPr>
      </p:pic>
    </p:spTree>
    <p:extLst>
      <p:ext uri="{BB962C8B-B14F-4D97-AF65-F5344CB8AC3E}">
        <p14:creationId xmlns:p14="http://schemas.microsoft.com/office/powerpoint/2010/main" val="1913425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196752"/>
            <a:ext cx="8310562" cy="520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La API </a:t>
            </a:r>
            <a:r>
              <a:rPr lang="es-ES" sz="2000" b="1" dirty="0" err="1"/>
              <a:t>Criteria</a:t>
            </a:r>
            <a:r>
              <a:rPr lang="es-ES" sz="2000" b="1" dirty="0"/>
              <a:t> de JPA permite realizar consultas dinámicas en tiempo de ejecución mediante el uso de métodos para filtrar, </a:t>
            </a:r>
            <a:r>
              <a:rPr lang="es-ES" sz="2000" b="1" dirty="0" err="1"/>
              <a:t>ordenar,etc</a:t>
            </a:r>
            <a:r>
              <a:rPr lang="es-ES" sz="2000" b="1" dirty="0"/>
              <a:t>.</a:t>
            </a:r>
          </a:p>
          <a:p>
            <a:pPr lvl="0">
              <a:buNone/>
            </a:pPr>
            <a:r>
              <a:rPr lang="es-ES" sz="1800" dirty="0"/>
              <a:t>NO requiere escribir y usar una consulta JPQL.</a:t>
            </a:r>
          </a:p>
          <a:p>
            <a:pPr lvl="0">
              <a:buNone/>
            </a:pPr>
            <a:r>
              <a:rPr lang="es-ES" sz="1800" dirty="0"/>
              <a:t>Se parte de una selección de todas las instancias de una entidad para después ir filtrando mediante métodos esas instancias. </a:t>
            </a:r>
          </a:p>
          <a:p>
            <a:pPr lvl="0">
              <a:buNone/>
            </a:pPr>
            <a:r>
              <a:rPr lang="es-ES" sz="1800" dirty="0"/>
              <a:t>Para realizar con </a:t>
            </a:r>
            <a:r>
              <a:rPr lang="es-ES" sz="1800" b="1" dirty="0" err="1"/>
              <a:t>Criteria</a:t>
            </a:r>
            <a:r>
              <a:rPr lang="es-ES" sz="1800" b="1" dirty="0"/>
              <a:t> </a:t>
            </a:r>
            <a:r>
              <a:rPr lang="es-ES" sz="1800" dirty="0"/>
              <a:t>una consulta de todos los empleados, resultaría complejo ya que tendríamos que hacer:</a:t>
            </a:r>
          </a:p>
          <a:p>
            <a:pPr lvl="0">
              <a:buNone/>
            </a:pPr>
            <a:endParaRPr lang="es-ES" sz="1800" dirty="0"/>
          </a:p>
          <a:p>
            <a:pPr lvl="0">
              <a:buNone/>
            </a:pPr>
            <a:endParaRPr lang="es-ES" sz="1800" dirty="0"/>
          </a:p>
          <a:p>
            <a:pPr lvl="0">
              <a:buNone/>
            </a:pPr>
            <a:endParaRPr lang="es-ES" sz="18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5.6.- La API </a:t>
            </a:r>
            <a:r>
              <a:rPr lang="es-ES" sz="2400" b="1" kern="0" dirty="0" err="1">
                <a:solidFill>
                  <a:srgbClr val="FF0000"/>
                </a:solidFill>
              </a:rPr>
              <a:t>Criteria</a:t>
            </a:r>
            <a:endParaRPr lang="es-ES" sz="2400" b="1" kern="0" dirty="0">
              <a:solidFill>
                <a:srgbClr val="FF0000"/>
              </a:solidFill>
            </a:endParaRPr>
          </a:p>
        </p:txBody>
      </p:sp>
      <p:pic>
        <p:nvPicPr>
          <p:cNvPr id="3" name="Imagen 2">
            <a:extLst>
              <a:ext uri="{FF2B5EF4-FFF2-40B4-BE49-F238E27FC236}">
                <a16:creationId xmlns:a16="http://schemas.microsoft.com/office/drawing/2014/main" id="{52231818-F3B2-6F24-82DE-3A1219CEBB40}"/>
              </a:ext>
            </a:extLst>
          </p:cNvPr>
          <p:cNvPicPr>
            <a:picLocks noChangeAspect="1"/>
          </p:cNvPicPr>
          <p:nvPr/>
        </p:nvPicPr>
        <p:blipFill>
          <a:blip r:embed="rId3"/>
          <a:stretch>
            <a:fillRect/>
          </a:stretch>
        </p:blipFill>
        <p:spPr>
          <a:xfrm>
            <a:off x="1187624" y="4005064"/>
            <a:ext cx="6610040" cy="1872208"/>
          </a:xfrm>
          <a:prstGeom prst="rect">
            <a:avLst/>
          </a:prstGeom>
        </p:spPr>
      </p:pic>
    </p:spTree>
    <p:extLst>
      <p:ext uri="{BB962C8B-B14F-4D97-AF65-F5344CB8AC3E}">
        <p14:creationId xmlns:p14="http://schemas.microsoft.com/office/powerpoint/2010/main" val="17443700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196752"/>
            <a:ext cx="8310562" cy="520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endParaRPr lang="es-ES" sz="2000" b="1" dirty="0"/>
          </a:p>
          <a:p>
            <a:pPr lvl="0">
              <a:buNone/>
            </a:pPr>
            <a:r>
              <a:rPr lang="es-ES" sz="2000" b="1" dirty="0" err="1"/>
              <a:t>CriteriaBuilder</a:t>
            </a:r>
            <a:r>
              <a:rPr lang="es-ES" sz="2000" b="1" dirty="0"/>
              <a:t>: </a:t>
            </a:r>
            <a:r>
              <a:rPr lang="es-ES" sz="2000" dirty="0"/>
              <a:t>Es una clase Factory de </a:t>
            </a:r>
            <a:r>
              <a:rPr lang="es-ES" sz="2000" i="1" dirty="0" err="1"/>
              <a:t>CriteriaQuery</a:t>
            </a:r>
            <a:r>
              <a:rPr lang="es-ES" sz="2000" dirty="0"/>
              <a:t>. Se puede usar el mismo </a:t>
            </a:r>
            <a:r>
              <a:rPr lang="es-ES" sz="2000" i="1" dirty="0" err="1"/>
              <a:t>CriteriaBuilder</a:t>
            </a:r>
            <a:r>
              <a:rPr lang="es-ES" sz="2000" dirty="0"/>
              <a:t> para instanciar varios </a:t>
            </a:r>
            <a:r>
              <a:rPr lang="es-ES" sz="2000" i="1" dirty="0" err="1"/>
              <a:t>CriteriaQuery</a:t>
            </a:r>
            <a:r>
              <a:rPr lang="es-ES" sz="2000" dirty="0"/>
              <a:t>.</a:t>
            </a:r>
          </a:p>
          <a:p>
            <a:pPr lvl="0">
              <a:buNone/>
            </a:pPr>
            <a:r>
              <a:rPr lang="es-ES" sz="2000" b="1" dirty="0" err="1"/>
              <a:t>CriteriaQuery</a:t>
            </a:r>
            <a:r>
              <a:rPr lang="es-ES" sz="2000" b="1" dirty="0"/>
              <a:t>: </a:t>
            </a:r>
            <a:r>
              <a:rPr lang="es-ES" sz="2000" dirty="0"/>
              <a:t>Permite representar el tipo de resultado de la consulta que se va a crear y usar. En el caso anterior una consulta para devolver objetos </a:t>
            </a:r>
            <a:r>
              <a:rPr lang="es-ES" sz="2000" i="1" dirty="0"/>
              <a:t>Empleado</a:t>
            </a:r>
            <a:r>
              <a:rPr lang="es-ES" sz="2000" dirty="0"/>
              <a:t>. A un </a:t>
            </a:r>
            <a:r>
              <a:rPr lang="es-ES" sz="2000" i="1" dirty="0" err="1"/>
              <a:t>CriteriaQuery</a:t>
            </a:r>
            <a:r>
              <a:rPr lang="es-ES" sz="2000" dirty="0"/>
              <a:t> se le podrán aplicar después varios modificadores. </a:t>
            </a:r>
          </a:p>
          <a:p>
            <a:pPr lvl="0">
              <a:buNone/>
            </a:pPr>
            <a:r>
              <a:rPr lang="es-ES" sz="2000" b="1" dirty="0" err="1"/>
              <a:t>CriteriaQuery.from</a:t>
            </a:r>
            <a:r>
              <a:rPr lang="es-ES" sz="2000" b="1" dirty="0"/>
              <a:t>: </a:t>
            </a:r>
            <a:r>
              <a:rPr lang="es-ES" sz="2000" dirty="0"/>
              <a:t>Aquí indicamos que entidad estamos consultando. También podríamos usar relaciones JOIN y subconsultas.</a:t>
            </a:r>
          </a:p>
          <a:p>
            <a:pPr lvl="0">
              <a:buNone/>
            </a:pPr>
            <a:r>
              <a:rPr lang="es-ES" sz="2000" b="1" dirty="0" err="1"/>
              <a:t>CriteriaQuery.select</a:t>
            </a:r>
            <a:r>
              <a:rPr lang="es-ES" sz="2000" b="1" dirty="0"/>
              <a:t>: </a:t>
            </a:r>
            <a:r>
              <a:rPr lang="es-ES" sz="2000" dirty="0"/>
              <a:t>Para especificar los objetos o campos de objeto que queremos devolver.</a:t>
            </a:r>
          </a:p>
          <a:p>
            <a:pPr>
              <a:buNone/>
            </a:pPr>
            <a:r>
              <a:rPr lang="es-ES" sz="2000" b="1" dirty="0" err="1"/>
              <a:t>CriteriaQuery.where</a:t>
            </a:r>
            <a:r>
              <a:rPr lang="es-ES" sz="2000" b="1" dirty="0"/>
              <a:t>: </a:t>
            </a:r>
            <a:r>
              <a:rPr lang="es-ES" sz="2000" dirty="0"/>
              <a:t>Para establecer las condiciones de filtrado de la consulta.</a:t>
            </a:r>
          </a:p>
          <a:p>
            <a:pPr lvl="0">
              <a:buNone/>
            </a:pPr>
            <a:endParaRPr lang="es-ES" sz="1800" dirty="0"/>
          </a:p>
          <a:p>
            <a:pPr lvl="0">
              <a:buNone/>
            </a:pPr>
            <a:endParaRPr lang="es-ES" sz="1800" dirty="0"/>
          </a:p>
          <a:p>
            <a:pPr lvl="0">
              <a:buNone/>
            </a:pPr>
            <a:endParaRPr lang="es-ES" sz="1800" dirty="0"/>
          </a:p>
          <a:p>
            <a:pPr lvl="0">
              <a:buNone/>
            </a:pPr>
            <a:endParaRPr lang="es-ES" sz="2000" dirty="0"/>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5.6.- La API </a:t>
            </a:r>
            <a:r>
              <a:rPr lang="es-ES" sz="2400" b="1" kern="0" dirty="0" err="1">
                <a:solidFill>
                  <a:srgbClr val="FF0000"/>
                </a:solidFill>
              </a:rPr>
              <a:t>Criteria</a:t>
            </a:r>
            <a:endParaRPr lang="es-ES" sz="2400" b="1" kern="0" dirty="0">
              <a:solidFill>
                <a:srgbClr val="FF0000"/>
              </a:solidFill>
            </a:endParaRPr>
          </a:p>
        </p:txBody>
      </p:sp>
    </p:spTree>
    <p:extLst>
      <p:ext uri="{BB962C8B-B14F-4D97-AF65-F5344CB8AC3E}">
        <p14:creationId xmlns:p14="http://schemas.microsoft.com/office/powerpoint/2010/main" val="271410034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196752"/>
            <a:ext cx="8310562" cy="520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Ejemplo de obtención de datos de empleados de más de 25 años.</a:t>
            </a:r>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r>
              <a:rPr lang="es-ES" sz="2000" b="1" dirty="0"/>
              <a:t>Ejemplo de obtención de datos de empleados del departamento 7.</a:t>
            </a:r>
          </a:p>
          <a:p>
            <a:pPr lvl="0">
              <a:buNone/>
            </a:pPr>
            <a:endParaRPr lang="es-ES" sz="2000" b="1" dirty="0"/>
          </a:p>
          <a:p>
            <a:pPr lvl="0">
              <a:buNone/>
            </a:pPr>
            <a:endParaRPr lang="es-ES" sz="2000" b="1" dirty="0"/>
          </a:p>
          <a:p>
            <a:pPr lvl="0">
              <a:buNone/>
            </a:pPr>
            <a:endParaRPr lang="es-ES" sz="2000" b="1"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5.6.- La API </a:t>
            </a:r>
            <a:r>
              <a:rPr lang="es-ES" sz="2400" b="1" kern="0" dirty="0" err="1">
                <a:solidFill>
                  <a:srgbClr val="FF0000"/>
                </a:solidFill>
              </a:rPr>
              <a:t>Criteria</a:t>
            </a:r>
            <a:endParaRPr lang="es-ES" sz="2400" b="1" kern="0" dirty="0">
              <a:solidFill>
                <a:srgbClr val="FF0000"/>
              </a:solidFill>
            </a:endParaRPr>
          </a:p>
        </p:txBody>
      </p:sp>
      <p:pic>
        <p:nvPicPr>
          <p:cNvPr id="5" name="Imagen 4">
            <a:extLst>
              <a:ext uri="{FF2B5EF4-FFF2-40B4-BE49-F238E27FC236}">
                <a16:creationId xmlns:a16="http://schemas.microsoft.com/office/drawing/2014/main" id="{DA3E9074-477C-E19F-BF2D-5F369F5FA6AE}"/>
              </a:ext>
            </a:extLst>
          </p:cNvPr>
          <p:cNvPicPr>
            <a:picLocks noChangeAspect="1"/>
          </p:cNvPicPr>
          <p:nvPr/>
        </p:nvPicPr>
        <p:blipFill>
          <a:blip r:embed="rId3"/>
          <a:stretch>
            <a:fillRect/>
          </a:stretch>
        </p:blipFill>
        <p:spPr>
          <a:xfrm>
            <a:off x="611560" y="1678874"/>
            <a:ext cx="6264696" cy="1768855"/>
          </a:xfrm>
          <a:prstGeom prst="rect">
            <a:avLst/>
          </a:prstGeom>
        </p:spPr>
      </p:pic>
      <p:pic>
        <p:nvPicPr>
          <p:cNvPr id="9" name="Imagen 8">
            <a:extLst>
              <a:ext uri="{FF2B5EF4-FFF2-40B4-BE49-F238E27FC236}">
                <a16:creationId xmlns:a16="http://schemas.microsoft.com/office/drawing/2014/main" id="{270EA2B5-5B14-11D3-6D25-76F5BA6736DF}"/>
              </a:ext>
            </a:extLst>
          </p:cNvPr>
          <p:cNvPicPr>
            <a:picLocks noChangeAspect="1"/>
          </p:cNvPicPr>
          <p:nvPr/>
        </p:nvPicPr>
        <p:blipFill>
          <a:blip r:embed="rId4"/>
          <a:stretch>
            <a:fillRect/>
          </a:stretch>
        </p:blipFill>
        <p:spPr>
          <a:xfrm>
            <a:off x="611560" y="4173572"/>
            <a:ext cx="6264696" cy="1560755"/>
          </a:xfrm>
          <a:prstGeom prst="rect">
            <a:avLst/>
          </a:prstGeom>
        </p:spPr>
      </p:pic>
    </p:spTree>
    <p:extLst>
      <p:ext uri="{BB962C8B-B14F-4D97-AF65-F5344CB8AC3E}">
        <p14:creationId xmlns:p14="http://schemas.microsoft.com/office/powerpoint/2010/main" val="6872644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196752"/>
            <a:ext cx="8310562" cy="520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Ejemplo de obtención de datos de empleados del departamento cuyo id sea igual al que se haya establecido en la consulta como parámetro.</a:t>
            </a:r>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5.6.- La API </a:t>
            </a:r>
            <a:r>
              <a:rPr lang="es-ES" sz="2400" b="1" kern="0" dirty="0" err="1">
                <a:solidFill>
                  <a:srgbClr val="FF0000"/>
                </a:solidFill>
              </a:rPr>
              <a:t>Criteria</a:t>
            </a:r>
            <a:endParaRPr lang="es-ES" sz="2400" b="1" kern="0" dirty="0">
              <a:solidFill>
                <a:srgbClr val="FF0000"/>
              </a:solidFill>
            </a:endParaRPr>
          </a:p>
        </p:txBody>
      </p:sp>
      <p:pic>
        <p:nvPicPr>
          <p:cNvPr id="10" name="Imagen 9">
            <a:extLst>
              <a:ext uri="{FF2B5EF4-FFF2-40B4-BE49-F238E27FC236}">
                <a16:creationId xmlns:a16="http://schemas.microsoft.com/office/drawing/2014/main" id="{818053E0-B324-0922-EB47-87A01218BD9C}"/>
              </a:ext>
            </a:extLst>
          </p:cNvPr>
          <p:cNvPicPr>
            <a:picLocks noChangeAspect="1"/>
          </p:cNvPicPr>
          <p:nvPr/>
        </p:nvPicPr>
        <p:blipFill>
          <a:blip r:embed="rId3"/>
          <a:stretch>
            <a:fillRect/>
          </a:stretch>
        </p:blipFill>
        <p:spPr>
          <a:xfrm>
            <a:off x="899592" y="2228849"/>
            <a:ext cx="6768752" cy="3135525"/>
          </a:xfrm>
          <a:prstGeom prst="rect">
            <a:avLst/>
          </a:prstGeom>
        </p:spPr>
      </p:pic>
    </p:spTree>
    <p:extLst>
      <p:ext uri="{BB962C8B-B14F-4D97-AF65-F5344CB8AC3E}">
        <p14:creationId xmlns:p14="http://schemas.microsoft.com/office/powerpoint/2010/main" val="20932681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196752"/>
            <a:ext cx="8310562" cy="520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Ejemplo de obtención de datos de empleados de más de 25 años del departamento 7.</a:t>
            </a:r>
          </a:p>
          <a:p>
            <a:pPr lvl="0">
              <a:buNone/>
            </a:pPr>
            <a:endParaRPr lang="es-ES" sz="2000" b="1" dirty="0"/>
          </a:p>
          <a:p>
            <a:pPr lvl="0">
              <a:buNone/>
            </a:pPr>
            <a:endParaRPr lang="es-ES" sz="2000" b="1" dirty="0"/>
          </a:p>
          <a:p>
            <a:pPr lvl="0">
              <a:buNone/>
            </a:pPr>
            <a:endParaRPr lang="es-ES" sz="2000" b="1" dirty="0"/>
          </a:p>
          <a:p>
            <a:pPr lvl="0">
              <a:buNone/>
            </a:pPr>
            <a:endParaRPr lang="es-ES" sz="2000" b="1" dirty="0"/>
          </a:p>
          <a:p>
            <a:pPr lvl="0">
              <a:buNone/>
            </a:pPr>
            <a:r>
              <a:rPr lang="es-ES" sz="2000" b="1" dirty="0"/>
              <a:t>Ejemplo de obtención de datos de empleados de más de 25 años ordenados por edad descendentemente.</a:t>
            </a:r>
          </a:p>
          <a:p>
            <a:pPr lvl="0">
              <a:buNone/>
            </a:pPr>
            <a:endParaRPr lang="es-ES" sz="2000" b="1" dirty="0"/>
          </a:p>
          <a:p>
            <a:pPr lvl="0">
              <a:buNone/>
            </a:pPr>
            <a:endParaRPr lang="es-ES" sz="2000" b="1" dirty="0"/>
          </a:p>
          <a:p>
            <a:pPr lvl="0">
              <a:buNone/>
            </a:pPr>
            <a:endParaRPr lang="es-ES" sz="2000" b="1"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5.6.- La API </a:t>
            </a:r>
            <a:r>
              <a:rPr lang="es-ES" sz="2400" b="1" kern="0" dirty="0" err="1">
                <a:solidFill>
                  <a:srgbClr val="FF0000"/>
                </a:solidFill>
              </a:rPr>
              <a:t>Criteria</a:t>
            </a:r>
            <a:endParaRPr lang="es-ES" sz="2400" b="1" kern="0" dirty="0">
              <a:solidFill>
                <a:srgbClr val="FF0000"/>
              </a:solidFill>
            </a:endParaRPr>
          </a:p>
        </p:txBody>
      </p:sp>
      <p:pic>
        <p:nvPicPr>
          <p:cNvPr id="3" name="Imagen 2">
            <a:extLst>
              <a:ext uri="{FF2B5EF4-FFF2-40B4-BE49-F238E27FC236}">
                <a16:creationId xmlns:a16="http://schemas.microsoft.com/office/drawing/2014/main" id="{B8D95DE0-44A6-8987-CBA7-F2A60E8C81F5}"/>
              </a:ext>
            </a:extLst>
          </p:cNvPr>
          <p:cNvPicPr>
            <a:picLocks noChangeAspect="1"/>
          </p:cNvPicPr>
          <p:nvPr/>
        </p:nvPicPr>
        <p:blipFill>
          <a:blip r:embed="rId3"/>
          <a:stretch>
            <a:fillRect/>
          </a:stretch>
        </p:blipFill>
        <p:spPr>
          <a:xfrm>
            <a:off x="827584" y="1960043"/>
            <a:ext cx="6264696" cy="1864628"/>
          </a:xfrm>
          <a:prstGeom prst="rect">
            <a:avLst/>
          </a:prstGeom>
        </p:spPr>
      </p:pic>
      <p:pic>
        <p:nvPicPr>
          <p:cNvPr id="7" name="Imagen 6">
            <a:extLst>
              <a:ext uri="{FF2B5EF4-FFF2-40B4-BE49-F238E27FC236}">
                <a16:creationId xmlns:a16="http://schemas.microsoft.com/office/drawing/2014/main" id="{19251A2B-FE0C-5D41-C37F-0AC5AA3216CA}"/>
              </a:ext>
            </a:extLst>
          </p:cNvPr>
          <p:cNvPicPr>
            <a:picLocks noChangeAspect="1"/>
          </p:cNvPicPr>
          <p:nvPr/>
        </p:nvPicPr>
        <p:blipFill>
          <a:blip r:embed="rId4"/>
          <a:stretch>
            <a:fillRect/>
          </a:stretch>
        </p:blipFill>
        <p:spPr>
          <a:xfrm>
            <a:off x="827583" y="4942110"/>
            <a:ext cx="6248265" cy="1655242"/>
          </a:xfrm>
          <a:prstGeom prst="rect">
            <a:avLst/>
          </a:prstGeom>
        </p:spPr>
      </p:pic>
    </p:spTree>
    <p:extLst>
      <p:ext uri="{BB962C8B-B14F-4D97-AF65-F5344CB8AC3E}">
        <p14:creationId xmlns:p14="http://schemas.microsoft.com/office/powerpoint/2010/main" val="200793530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11681</TotalTime>
  <Words>1476</Words>
  <Application>Microsoft Office PowerPoint</Application>
  <PresentationFormat>Presentación en pantalla (4:3)</PresentationFormat>
  <Paragraphs>233</Paragraphs>
  <Slides>23</Slides>
  <Notes>23</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23</vt:i4>
      </vt:variant>
    </vt:vector>
  </HeadingPairs>
  <TitlesOfParts>
    <vt:vector size="29" baseType="lpstr">
      <vt:lpstr>Arial</vt:lpstr>
      <vt:lpstr>Calibri</vt:lpstr>
      <vt:lpstr>Lucida Console</vt:lpstr>
      <vt:lpstr>Times New Roman</vt:lpstr>
      <vt:lpstr>Tema de Office</vt:lpstr>
      <vt:lpstr>1_Tema de Office</vt:lpstr>
      <vt:lpstr>ACCESO A BASES DE DATOS ORIENTADAS A OBJETOS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MANEJO DE CONECTORES</dc:title>
  <dc:creator>LuisHerrero</dc:creator>
  <cp:lastModifiedBy>Luis Jesús Herrero de Cos</cp:lastModifiedBy>
  <cp:revision>140</cp:revision>
  <cp:lastPrinted>1601-01-01T00:00:00Z</cp:lastPrinted>
  <dcterms:created xsi:type="dcterms:W3CDTF">1601-01-01T00:00:00Z</dcterms:created>
  <dcterms:modified xsi:type="dcterms:W3CDTF">2022-12-15T08:56:37Z</dcterms:modified>
</cp:coreProperties>
</file>