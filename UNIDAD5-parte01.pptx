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22"/>
  </p:notesMasterIdLst>
  <p:sldIdLst>
    <p:sldId id="256" r:id="rId3"/>
    <p:sldId id="333" r:id="rId4"/>
    <p:sldId id="334" r:id="rId5"/>
    <p:sldId id="342" r:id="rId6"/>
    <p:sldId id="343" r:id="rId7"/>
    <p:sldId id="344" r:id="rId8"/>
    <p:sldId id="345" r:id="rId9"/>
    <p:sldId id="346" r:id="rId10"/>
    <p:sldId id="347" r:id="rId11"/>
    <p:sldId id="348" r:id="rId12"/>
    <p:sldId id="349" r:id="rId13"/>
    <p:sldId id="350" r:id="rId14"/>
    <p:sldId id="351" r:id="rId15"/>
    <p:sldId id="352" r:id="rId16"/>
    <p:sldId id="353" r:id="rId17"/>
    <p:sldId id="354" r:id="rId18"/>
    <p:sldId id="355" r:id="rId19"/>
    <p:sldId id="357" r:id="rId20"/>
    <p:sldId id="356" r:id="rId21"/>
  </p:sldIdLst>
  <p:sldSz cx="9144000" cy="6858000" type="screen4x3"/>
  <p:notesSz cx="7559675" cy="10691813"/>
  <p:defaultTextStyle>
    <a:defPPr>
      <a:defRPr lang="en-GB"/>
    </a:defPPr>
    <a:lvl1pPr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1pPr>
    <a:lvl2pPr marL="742950" indent="-28575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2pPr>
    <a:lvl3pPr marL="11430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3pPr>
    <a:lvl4pPr marL="16002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4pPr>
    <a:lvl5pPr marL="2057400" indent="-228600" algn="l" defTabSz="449263" rtl="0" eaLnBrk="0" fontAlgn="base" hangingPunct="0">
      <a:spcBef>
        <a:spcPct val="0"/>
      </a:spcBef>
      <a:spcAft>
        <a:spcPct val="0"/>
      </a:spcAft>
      <a:defRPr kern="1200">
        <a:solidFill>
          <a:schemeClr val="tx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49" autoAdjust="0"/>
    <p:restoredTop sz="94660"/>
  </p:normalViewPr>
  <p:slideViewPr>
    <p:cSldViewPr>
      <p:cViewPr varScale="1">
        <p:scale>
          <a:sx n="68" d="100"/>
          <a:sy n="68" d="100"/>
        </p:scale>
        <p:origin x="1188" y="72"/>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Jesús Herrero de Cos" userId="1a803f82-0012-431b-a368-6f3c9304e3f9" providerId="ADAL" clId="{B26838E1-6FD4-4A89-AC45-EDC8A40B012B}"/>
    <pc:docChg chg="modSld">
      <pc:chgData name="Luis Jesús Herrero de Cos" userId="1a803f82-0012-431b-a368-6f3c9304e3f9" providerId="ADAL" clId="{B26838E1-6FD4-4A89-AC45-EDC8A40B012B}" dt="2021-02-18T14:50:36.301" v="52" actId="20577"/>
      <pc:docMkLst>
        <pc:docMk/>
      </pc:docMkLst>
      <pc:sldChg chg="modSp mod">
        <pc:chgData name="Luis Jesús Herrero de Cos" userId="1a803f82-0012-431b-a368-6f3c9304e3f9" providerId="ADAL" clId="{B26838E1-6FD4-4A89-AC45-EDC8A40B012B}" dt="2021-02-18T14:50:36.301" v="52" actId="20577"/>
        <pc:sldMkLst>
          <pc:docMk/>
          <pc:sldMk cId="0" sldId="336"/>
        </pc:sldMkLst>
        <pc:spChg chg="mod">
          <ac:chgData name="Luis Jesús Herrero de Cos" userId="1a803f82-0012-431b-a368-6f3c9304e3f9" providerId="ADAL" clId="{B26838E1-6FD4-4A89-AC45-EDC8A40B012B}" dt="2021-02-18T14:50:36.301" v="52" actId="20577"/>
          <ac:spMkLst>
            <pc:docMk/>
            <pc:sldMk cId="0" sldId="336"/>
            <ac:spMk id="19458" creationId="{8793C4A2-45B2-42C7-9430-4A34D4FA0060}"/>
          </ac:spMkLst>
        </pc:spChg>
      </pc:sldChg>
    </pc:docChg>
  </pc:docChgLst>
  <pc:docChgLst>
    <pc:chgData name="Luis Jesús Herrero de Cos" userId="1a803f82-0012-431b-a368-6f3c9304e3f9" providerId="ADAL" clId="{9396CC28-ADE9-428A-8C66-06BC314BFFB1}"/>
    <pc:docChg chg="modSld">
      <pc:chgData name="Luis Jesús Herrero de Cos" userId="1a803f82-0012-431b-a368-6f3c9304e3f9" providerId="ADAL" clId="{9396CC28-ADE9-428A-8C66-06BC314BFFB1}" dt="2020-12-02T14:55:18.302" v="23" actId="20577"/>
      <pc:docMkLst>
        <pc:docMk/>
      </pc:docMkLst>
      <pc:sldChg chg="modSp mod">
        <pc:chgData name="Luis Jesús Herrero de Cos" userId="1a803f82-0012-431b-a368-6f3c9304e3f9" providerId="ADAL" clId="{9396CC28-ADE9-428A-8C66-06BC314BFFB1}" dt="2020-11-29T21:05:05.567" v="1" actId="20577"/>
        <pc:sldMkLst>
          <pc:docMk/>
          <pc:sldMk cId="0" sldId="256"/>
        </pc:sldMkLst>
        <pc:spChg chg="mod">
          <ac:chgData name="Luis Jesús Herrero de Cos" userId="1a803f82-0012-431b-a368-6f3c9304e3f9" providerId="ADAL" clId="{9396CC28-ADE9-428A-8C66-06BC314BFFB1}" dt="2020-11-29T21:05:05.567" v="1" actId="20577"/>
          <ac:spMkLst>
            <pc:docMk/>
            <pc:sldMk cId="0" sldId="256"/>
            <ac:spMk id="4099" creationId="{91D22E8D-03B7-4243-8A87-6B40E6C2D451}"/>
          </ac:spMkLst>
        </pc:spChg>
      </pc:sldChg>
      <pc:sldChg chg="modSp mod">
        <pc:chgData name="Luis Jesús Herrero de Cos" userId="1a803f82-0012-431b-a368-6f3c9304e3f9" providerId="ADAL" clId="{9396CC28-ADE9-428A-8C66-06BC314BFFB1}" dt="2020-12-02T14:55:18.302" v="23" actId="20577"/>
        <pc:sldMkLst>
          <pc:docMk/>
          <pc:sldMk cId="0" sldId="297"/>
        </pc:sldMkLst>
        <pc:spChg chg="mod">
          <ac:chgData name="Luis Jesús Herrero de Cos" userId="1a803f82-0012-431b-a368-6f3c9304e3f9" providerId="ADAL" clId="{9396CC28-ADE9-428A-8C66-06BC314BFFB1}" dt="2020-12-02T14:55:18.302" v="23" actId="20577"/>
          <ac:spMkLst>
            <pc:docMk/>
            <pc:sldMk cId="0" sldId="297"/>
            <ac:spMk id="19458" creationId="{8793C4A2-45B2-42C7-9430-4A34D4FA0060}"/>
          </ac:spMkLst>
        </pc:spChg>
      </pc:sldChg>
    </pc:docChg>
  </pc:docChgLst>
  <pc:docChgLst>
    <pc:chgData name="Luis Jesús Herrero de Cos" userId="1a803f82-0012-431b-a368-6f3c9304e3f9" providerId="ADAL" clId="{95BB9735-EE8D-44C3-8327-86F073289C29}"/>
    <pc:docChg chg="modSld">
      <pc:chgData name="Luis Jesús Herrero de Cos" userId="1a803f82-0012-431b-a368-6f3c9304e3f9" providerId="ADAL" clId="{95BB9735-EE8D-44C3-8327-86F073289C29}" dt="2023-01-16T10:08:20.500" v="13" actId="113"/>
      <pc:docMkLst>
        <pc:docMk/>
      </pc:docMkLst>
      <pc:sldChg chg="modSp mod">
        <pc:chgData name="Luis Jesús Herrero de Cos" userId="1a803f82-0012-431b-a368-6f3c9304e3f9" providerId="ADAL" clId="{95BB9735-EE8D-44C3-8327-86F073289C29}" dt="2023-01-16T10:08:20.500" v="13" actId="113"/>
        <pc:sldMkLst>
          <pc:docMk/>
          <pc:sldMk cId="0" sldId="334"/>
        </pc:sldMkLst>
        <pc:spChg chg="mod">
          <ac:chgData name="Luis Jesús Herrero de Cos" userId="1a803f82-0012-431b-a368-6f3c9304e3f9" providerId="ADAL" clId="{95BB9735-EE8D-44C3-8327-86F073289C29}" dt="2023-01-16T10:08:20.500" v="13" actId="113"/>
          <ac:spMkLst>
            <pc:docMk/>
            <pc:sldMk cId="0" sldId="334"/>
            <ac:spMk id="8194" creationId="{0883D276-C442-4D38-ABCA-5A556981B33D}"/>
          </ac:spMkLst>
        </pc:spChg>
      </pc:sldChg>
    </pc:docChg>
  </pc:docChgLst>
  <pc:docChgLst>
    <pc:chgData name="Luis Jesús Herrero de Cos" userId="1a803f82-0012-431b-a368-6f3c9304e3f9" providerId="ADAL" clId="{288F9D86-8E96-4FF8-942D-14CFD5938EFB}"/>
    <pc:docChg chg="modSld">
      <pc:chgData name="Luis Jesús Herrero de Cos" userId="1a803f82-0012-431b-a368-6f3c9304e3f9" providerId="ADAL" clId="{288F9D86-8E96-4FF8-942D-14CFD5938EFB}" dt="2022-11-28T10:30:21.438" v="29" actId="20577"/>
      <pc:docMkLst>
        <pc:docMk/>
      </pc:docMkLst>
      <pc:sldChg chg="modSp mod">
        <pc:chgData name="Luis Jesús Herrero de Cos" userId="1a803f82-0012-431b-a368-6f3c9304e3f9" providerId="ADAL" clId="{288F9D86-8E96-4FF8-942D-14CFD5938EFB}" dt="2022-11-28T10:30:21.438" v="29" actId="20577"/>
        <pc:sldMkLst>
          <pc:docMk/>
          <pc:sldMk cId="0" sldId="256"/>
        </pc:sldMkLst>
        <pc:spChg chg="mod">
          <ac:chgData name="Luis Jesús Herrero de Cos" userId="1a803f82-0012-431b-a368-6f3c9304e3f9" providerId="ADAL" clId="{288F9D86-8E96-4FF8-942D-14CFD5938EFB}" dt="2022-11-28T10:30:21.438" v="29" actId="20577"/>
          <ac:spMkLst>
            <pc:docMk/>
            <pc:sldMk cId="0" sldId="256"/>
            <ac:spMk id="4099" creationId="{91D22E8D-03B7-4243-8A87-6B40E6C2D451}"/>
          </ac:spMkLst>
        </pc:spChg>
      </pc:sldChg>
      <pc:sldChg chg="modSp mod">
        <pc:chgData name="Luis Jesús Herrero de Cos" userId="1a803f82-0012-431b-a368-6f3c9304e3f9" providerId="ADAL" clId="{288F9D86-8E96-4FF8-942D-14CFD5938EFB}" dt="2022-11-28T10:28:18.079" v="3" actId="20577"/>
        <pc:sldMkLst>
          <pc:docMk/>
          <pc:sldMk cId="0" sldId="333"/>
        </pc:sldMkLst>
        <pc:spChg chg="mod">
          <ac:chgData name="Luis Jesús Herrero de Cos" userId="1a803f82-0012-431b-a368-6f3c9304e3f9" providerId="ADAL" clId="{288F9D86-8E96-4FF8-942D-14CFD5938EFB}" dt="2022-11-28T10:28:18.079" v="3" actId="20577"/>
          <ac:spMkLst>
            <pc:docMk/>
            <pc:sldMk cId="0" sldId="333"/>
            <ac:spMk id="4" creationId="{9041D36B-4DD9-4565-B758-9BDFBCD024DC}"/>
          </ac:spMkLst>
        </pc:spChg>
      </pc:sldChg>
      <pc:sldChg chg="modSp mod">
        <pc:chgData name="Luis Jesús Herrero de Cos" userId="1a803f82-0012-431b-a368-6f3c9304e3f9" providerId="ADAL" clId="{288F9D86-8E96-4FF8-942D-14CFD5938EFB}" dt="2022-11-28T10:28:38.836" v="5" actId="20577"/>
        <pc:sldMkLst>
          <pc:docMk/>
          <pc:sldMk cId="2546384994" sldId="346"/>
        </pc:sldMkLst>
        <pc:spChg chg="mod">
          <ac:chgData name="Luis Jesús Herrero de Cos" userId="1a803f82-0012-431b-a368-6f3c9304e3f9" providerId="ADAL" clId="{288F9D86-8E96-4FF8-942D-14CFD5938EFB}" dt="2022-11-28T10:28:38.836" v="5" actId="20577"/>
          <ac:spMkLst>
            <pc:docMk/>
            <pc:sldMk cId="2546384994" sldId="346"/>
            <ac:spMk id="4" creationId="{9041D36B-4DD9-4565-B758-9BDFBCD024DC}"/>
          </ac:spMkLst>
        </pc:spChg>
      </pc:sldChg>
      <pc:sldChg chg="modSp mod">
        <pc:chgData name="Luis Jesús Herrero de Cos" userId="1a803f82-0012-431b-a368-6f3c9304e3f9" providerId="ADAL" clId="{288F9D86-8E96-4FF8-942D-14CFD5938EFB}" dt="2022-11-28T10:28:44.844" v="7" actId="20577"/>
        <pc:sldMkLst>
          <pc:docMk/>
          <pc:sldMk cId="124414505" sldId="347"/>
        </pc:sldMkLst>
        <pc:spChg chg="mod">
          <ac:chgData name="Luis Jesús Herrero de Cos" userId="1a803f82-0012-431b-a368-6f3c9304e3f9" providerId="ADAL" clId="{288F9D86-8E96-4FF8-942D-14CFD5938EFB}" dt="2022-11-28T10:28:44.844" v="7" actId="20577"/>
          <ac:spMkLst>
            <pc:docMk/>
            <pc:sldMk cId="124414505" sldId="347"/>
            <ac:spMk id="4" creationId="{9041D36B-4DD9-4565-B758-9BDFBCD024DC}"/>
          </ac:spMkLst>
        </pc:spChg>
      </pc:sldChg>
      <pc:sldChg chg="modSp mod">
        <pc:chgData name="Luis Jesús Herrero de Cos" userId="1a803f82-0012-431b-a368-6f3c9304e3f9" providerId="ADAL" clId="{288F9D86-8E96-4FF8-942D-14CFD5938EFB}" dt="2022-11-28T10:28:50.025" v="9" actId="20577"/>
        <pc:sldMkLst>
          <pc:docMk/>
          <pc:sldMk cId="1660419917" sldId="348"/>
        </pc:sldMkLst>
        <pc:spChg chg="mod">
          <ac:chgData name="Luis Jesús Herrero de Cos" userId="1a803f82-0012-431b-a368-6f3c9304e3f9" providerId="ADAL" clId="{288F9D86-8E96-4FF8-942D-14CFD5938EFB}" dt="2022-11-28T10:28:50.025" v="9" actId="20577"/>
          <ac:spMkLst>
            <pc:docMk/>
            <pc:sldMk cId="1660419917" sldId="348"/>
            <ac:spMk id="4" creationId="{9041D36B-4DD9-4565-B758-9BDFBCD024DC}"/>
          </ac:spMkLst>
        </pc:spChg>
      </pc:sldChg>
      <pc:sldChg chg="modSp mod">
        <pc:chgData name="Luis Jesús Herrero de Cos" userId="1a803f82-0012-431b-a368-6f3c9304e3f9" providerId="ADAL" clId="{288F9D86-8E96-4FF8-942D-14CFD5938EFB}" dt="2022-11-28T10:28:57.583" v="11" actId="20577"/>
        <pc:sldMkLst>
          <pc:docMk/>
          <pc:sldMk cId="1679390135" sldId="349"/>
        </pc:sldMkLst>
        <pc:spChg chg="mod">
          <ac:chgData name="Luis Jesús Herrero de Cos" userId="1a803f82-0012-431b-a368-6f3c9304e3f9" providerId="ADAL" clId="{288F9D86-8E96-4FF8-942D-14CFD5938EFB}" dt="2022-11-28T10:28:57.583" v="11" actId="20577"/>
          <ac:spMkLst>
            <pc:docMk/>
            <pc:sldMk cId="1679390135" sldId="349"/>
            <ac:spMk id="4" creationId="{9041D36B-4DD9-4565-B758-9BDFBCD024DC}"/>
          </ac:spMkLst>
        </pc:spChg>
      </pc:sldChg>
      <pc:sldChg chg="modSp mod">
        <pc:chgData name="Luis Jesús Herrero de Cos" userId="1a803f82-0012-431b-a368-6f3c9304e3f9" providerId="ADAL" clId="{288F9D86-8E96-4FF8-942D-14CFD5938EFB}" dt="2022-11-28T10:29:24.115" v="13" actId="20577"/>
        <pc:sldMkLst>
          <pc:docMk/>
          <pc:sldMk cId="3437144936" sldId="350"/>
        </pc:sldMkLst>
        <pc:spChg chg="mod">
          <ac:chgData name="Luis Jesús Herrero de Cos" userId="1a803f82-0012-431b-a368-6f3c9304e3f9" providerId="ADAL" clId="{288F9D86-8E96-4FF8-942D-14CFD5938EFB}" dt="2022-11-28T10:29:24.115" v="13" actId="20577"/>
          <ac:spMkLst>
            <pc:docMk/>
            <pc:sldMk cId="3437144936" sldId="350"/>
            <ac:spMk id="4" creationId="{9041D36B-4DD9-4565-B758-9BDFBCD024DC}"/>
          </ac:spMkLst>
        </pc:spChg>
      </pc:sldChg>
      <pc:sldChg chg="modSp mod">
        <pc:chgData name="Luis Jesús Herrero de Cos" userId="1a803f82-0012-431b-a368-6f3c9304e3f9" providerId="ADAL" clId="{288F9D86-8E96-4FF8-942D-14CFD5938EFB}" dt="2022-11-28T10:29:30.153" v="15" actId="20577"/>
        <pc:sldMkLst>
          <pc:docMk/>
          <pc:sldMk cId="773538154" sldId="351"/>
        </pc:sldMkLst>
        <pc:spChg chg="mod">
          <ac:chgData name="Luis Jesús Herrero de Cos" userId="1a803f82-0012-431b-a368-6f3c9304e3f9" providerId="ADAL" clId="{288F9D86-8E96-4FF8-942D-14CFD5938EFB}" dt="2022-11-28T10:29:30.153" v="15" actId="20577"/>
          <ac:spMkLst>
            <pc:docMk/>
            <pc:sldMk cId="773538154" sldId="351"/>
            <ac:spMk id="4" creationId="{9041D36B-4DD9-4565-B758-9BDFBCD024DC}"/>
          </ac:spMkLst>
        </pc:spChg>
      </pc:sldChg>
      <pc:sldChg chg="modSp mod">
        <pc:chgData name="Luis Jesús Herrero de Cos" userId="1a803f82-0012-431b-a368-6f3c9304e3f9" providerId="ADAL" clId="{288F9D86-8E96-4FF8-942D-14CFD5938EFB}" dt="2022-11-28T10:29:34.588" v="17" actId="20577"/>
        <pc:sldMkLst>
          <pc:docMk/>
          <pc:sldMk cId="900675956" sldId="352"/>
        </pc:sldMkLst>
        <pc:spChg chg="mod">
          <ac:chgData name="Luis Jesús Herrero de Cos" userId="1a803f82-0012-431b-a368-6f3c9304e3f9" providerId="ADAL" clId="{288F9D86-8E96-4FF8-942D-14CFD5938EFB}" dt="2022-11-28T10:29:34.588" v="17" actId="20577"/>
          <ac:spMkLst>
            <pc:docMk/>
            <pc:sldMk cId="900675956" sldId="352"/>
            <ac:spMk id="4" creationId="{9041D36B-4DD9-4565-B758-9BDFBCD024DC}"/>
          </ac:spMkLst>
        </pc:spChg>
      </pc:sldChg>
      <pc:sldChg chg="modSp mod">
        <pc:chgData name="Luis Jesús Herrero de Cos" userId="1a803f82-0012-431b-a368-6f3c9304e3f9" providerId="ADAL" clId="{288F9D86-8E96-4FF8-942D-14CFD5938EFB}" dt="2022-11-28T10:29:41.494" v="19" actId="20577"/>
        <pc:sldMkLst>
          <pc:docMk/>
          <pc:sldMk cId="1291670927" sldId="353"/>
        </pc:sldMkLst>
        <pc:spChg chg="mod">
          <ac:chgData name="Luis Jesús Herrero de Cos" userId="1a803f82-0012-431b-a368-6f3c9304e3f9" providerId="ADAL" clId="{288F9D86-8E96-4FF8-942D-14CFD5938EFB}" dt="2022-11-28T10:29:41.494" v="19" actId="20577"/>
          <ac:spMkLst>
            <pc:docMk/>
            <pc:sldMk cId="1291670927" sldId="353"/>
            <ac:spMk id="4" creationId="{9041D36B-4DD9-4565-B758-9BDFBCD024DC}"/>
          </ac:spMkLst>
        </pc:spChg>
      </pc:sldChg>
      <pc:sldChg chg="modSp mod">
        <pc:chgData name="Luis Jesús Herrero de Cos" userId="1a803f82-0012-431b-a368-6f3c9304e3f9" providerId="ADAL" clId="{288F9D86-8E96-4FF8-942D-14CFD5938EFB}" dt="2022-11-28T10:29:46.546" v="21" actId="20577"/>
        <pc:sldMkLst>
          <pc:docMk/>
          <pc:sldMk cId="3998283707" sldId="354"/>
        </pc:sldMkLst>
        <pc:spChg chg="mod">
          <ac:chgData name="Luis Jesús Herrero de Cos" userId="1a803f82-0012-431b-a368-6f3c9304e3f9" providerId="ADAL" clId="{288F9D86-8E96-4FF8-942D-14CFD5938EFB}" dt="2022-11-28T10:29:46.546" v="21" actId="20577"/>
          <ac:spMkLst>
            <pc:docMk/>
            <pc:sldMk cId="3998283707" sldId="354"/>
            <ac:spMk id="4" creationId="{9041D36B-4DD9-4565-B758-9BDFBCD024DC}"/>
          </ac:spMkLst>
        </pc:spChg>
      </pc:sldChg>
      <pc:sldChg chg="modSp mod">
        <pc:chgData name="Luis Jesús Herrero de Cos" userId="1a803f82-0012-431b-a368-6f3c9304e3f9" providerId="ADAL" clId="{288F9D86-8E96-4FF8-942D-14CFD5938EFB}" dt="2022-11-28T10:29:54.284" v="23" actId="20577"/>
        <pc:sldMkLst>
          <pc:docMk/>
          <pc:sldMk cId="951659597" sldId="355"/>
        </pc:sldMkLst>
        <pc:spChg chg="mod">
          <ac:chgData name="Luis Jesús Herrero de Cos" userId="1a803f82-0012-431b-a368-6f3c9304e3f9" providerId="ADAL" clId="{288F9D86-8E96-4FF8-942D-14CFD5938EFB}" dt="2022-11-28T10:29:54.284" v="23" actId="20577"/>
          <ac:spMkLst>
            <pc:docMk/>
            <pc:sldMk cId="951659597" sldId="355"/>
            <ac:spMk id="4" creationId="{9041D36B-4DD9-4565-B758-9BDFBCD024DC}"/>
          </ac:spMkLst>
        </pc:spChg>
      </pc:sldChg>
      <pc:sldChg chg="modSp mod">
        <pc:chgData name="Luis Jesús Herrero de Cos" userId="1a803f82-0012-431b-a368-6f3c9304e3f9" providerId="ADAL" clId="{288F9D86-8E96-4FF8-942D-14CFD5938EFB}" dt="2022-11-28T10:30:07.953" v="27" actId="20577"/>
        <pc:sldMkLst>
          <pc:docMk/>
          <pc:sldMk cId="2703675128" sldId="356"/>
        </pc:sldMkLst>
        <pc:spChg chg="mod">
          <ac:chgData name="Luis Jesús Herrero de Cos" userId="1a803f82-0012-431b-a368-6f3c9304e3f9" providerId="ADAL" clId="{288F9D86-8E96-4FF8-942D-14CFD5938EFB}" dt="2022-11-28T10:30:07.953" v="27" actId="20577"/>
          <ac:spMkLst>
            <pc:docMk/>
            <pc:sldMk cId="2703675128" sldId="356"/>
            <ac:spMk id="4" creationId="{9041D36B-4DD9-4565-B758-9BDFBCD024DC}"/>
          </ac:spMkLst>
        </pc:spChg>
      </pc:sldChg>
      <pc:sldChg chg="modSp mod">
        <pc:chgData name="Luis Jesús Herrero de Cos" userId="1a803f82-0012-431b-a368-6f3c9304e3f9" providerId="ADAL" clId="{288F9D86-8E96-4FF8-942D-14CFD5938EFB}" dt="2022-11-28T10:30:01.326" v="25" actId="20577"/>
        <pc:sldMkLst>
          <pc:docMk/>
          <pc:sldMk cId="2714183167" sldId="357"/>
        </pc:sldMkLst>
        <pc:spChg chg="mod">
          <ac:chgData name="Luis Jesús Herrero de Cos" userId="1a803f82-0012-431b-a368-6f3c9304e3f9" providerId="ADAL" clId="{288F9D86-8E96-4FF8-942D-14CFD5938EFB}" dt="2022-11-28T10:30:01.326" v="25" actId="20577"/>
          <ac:spMkLst>
            <pc:docMk/>
            <pc:sldMk cId="2714183167" sldId="357"/>
            <ac:spMk id="4" creationId="{9041D36B-4DD9-4565-B758-9BDFBCD024DC}"/>
          </ac:spMkLst>
        </pc:spChg>
      </pc:sldChg>
    </pc:docChg>
  </pc:docChgLst>
  <pc:docChgLst>
    <pc:chgData name="Luis Jesús Herrero de Cos" userId="1a803f82-0012-431b-a368-6f3c9304e3f9" providerId="ADAL" clId="{ABB0C1D7-1709-4601-B0BC-DAC3D063385F}"/>
    <pc:docChg chg="undo custSel addSld delSld modSld sldOrd">
      <pc:chgData name="Luis Jesús Herrero de Cos" userId="1a803f82-0012-431b-a368-6f3c9304e3f9" providerId="ADAL" clId="{ABB0C1D7-1709-4601-B0BC-DAC3D063385F}" dt="2022-11-21T10:08:35.786" v="6600" actId="47"/>
      <pc:docMkLst>
        <pc:docMk/>
      </pc:docMkLst>
      <pc:sldChg chg="modSp mod">
        <pc:chgData name="Luis Jesús Herrero de Cos" userId="1a803f82-0012-431b-a368-6f3c9304e3f9" providerId="ADAL" clId="{ABB0C1D7-1709-4601-B0BC-DAC3D063385F}" dt="2022-11-16T14:47:05.067" v="23" actId="20577"/>
        <pc:sldMkLst>
          <pc:docMk/>
          <pc:sldMk cId="0" sldId="256"/>
        </pc:sldMkLst>
        <pc:spChg chg="mod">
          <ac:chgData name="Luis Jesús Herrero de Cos" userId="1a803f82-0012-431b-a368-6f3c9304e3f9" providerId="ADAL" clId="{ABB0C1D7-1709-4601-B0BC-DAC3D063385F}" dt="2022-11-16T14:47:05.067" v="23" actId="20577"/>
          <ac:spMkLst>
            <pc:docMk/>
            <pc:sldMk cId="0" sldId="256"/>
            <ac:spMk id="4098" creationId="{BAF6F69C-ED76-4769-9764-4245D213C71E}"/>
          </ac:spMkLst>
        </pc:spChg>
        <pc:spChg chg="mod">
          <ac:chgData name="Luis Jesús Herrero de Cos" userId="1a803f82-0012-431b-a368-6f3c9304e3f9" providerId="ADAL" clId="{ABB0C1D7-1709-4601-B0BC-DAC3D063385F}" dt="2022-11-16T14:46:52.029" v="3" actId="20577"/>
          <ac:spMkLst>
            <pc:docMk/>
            <pc:sldMk cId="0" sldId="256"/>
            <ac:spMk id="4099" creationId="{91D22E8D-03B7-4243-8A87-6B40E6C2D451}"/>
          </ac:spMkLst>
        </pc:spChg>
      </pc:sldChg>
      <pc:sldChg chg="del">
        <pc:chgData name="Luis Jesús Herrero de Cos" userId="1a803f82-0012-431b-a368-6f3c9304e3f9" providerId="ADAL" clId="{ABB0C1D7-1709-4601-B0BC-DAC3D063385F}" dt="2022-11-21T10:08:35.786" v="6600" actId="47"/>
        <pc:sldMkLst>
          <pc:docMk/>
          <pc:sldMk cId="0" sldId="286"/>
        </pc:sldMkLst>
      </pc:sldChg>
      <pc:sldChg chg="del">
        <pc:chgData name="Luis Jesús Herrero de Cos" userId="1a803f82-0012-431b-a368-6f3c9304e3f9" providerId="ADAL" clId="{ABB0C1D7-1709-4601-B0BC-DAC3D063385F}" dt="2022-11-21T10:08:35.786" v="6600" actId="47"/>
        <pc:sldMkLst>
          <pc:docMk/>
          <pc:sldMk cId="0" sldId="287"/>
        </pc:sldMkLst>
      </pc:sldChg>
      <pc:sldChg chg="del">
        <pc:chgData name="Luis Jesús Herrero de Cos" userId="1a803f82-0012-431b-a368-6f3c9304e3f9" providerId="ADAL" clId="{ABB0C1D7-1709-4601-B0BC-DAC3D063385F}" dt="2022-11-21T10:08:35.786" v="6600" actId="47"/>
        <pc:sldMkLst>
          <pc:docMk/>
          <pc:sldMk cId="0" sldId="295"/>
        </pc:sldMkLst>
      </pc:sldChg>
      <pc:sldChg chg="del">
        <pc:chgData name="Luis Jesús Herrero de Cos" userId="1a803f82-0012-431b-a368-6f3c9304e3f9" providerId="ADAL" clId="{ABB0C1D7-1709-4601-B0BC-DAC3D063385F}" dt="2022-11-21T10:08:35.786" v="6600" actId="47"/>
        <pc:sldMkLst>
          <pc:docMk/>
          <pc:sldMk cId="0" sldId="296"/>
        </pc:sldMkLst>
      </pc:sldChg>
      <pc:sldChg chg="del">
        <pc:chgData name="Luis Jesús Herrero de Cos" userId="1a803f82-0012-431b-a368-6f3c9304e3f9" providerId="ADAL" clId="{ABB0C1D7-1709-4601-B0BC-DAC3D063385F}" dt="2022-11-21T10:08:35.786" v="6600" actId="47"/>
        <pc:sldMkLst>
          <pc:docMk/>
          <pc:sldMk cId="0" sldId="297"/>
        </pc:sldMkLst>
      </pc:sldChg>
      <pc:sldChg chg="modSp mod">
        <pc:chgData name="Luis Jesús Herrero de Cos" userId="1a803f82-0012-431b-a368-6f3c9304e3f9" providerId="ADAL" clId="{ABB0C1D7-1709-4601-B0BC-DAC3D063385F}" dt="2022-11-16T14:50:53.253" v="163" actId="20577"/>
        <pc:sldMkLst>
          <pc:docMk/>
          <pc:sldMk cId="0" sldId="333"/>
        </pc:sldMkLst>
        <pc:spChg chg="mod">
          <ac:chgData name="Luis Jesús Herrero de Cos" userId="1a803f82-0012-431b-a368-6f3c9304e3f9" providerId="ADAL" clId="{ABB0C1D7-1709-4601-B0BC-DAC3D063385F}" dt="2022-11-16T14:48:24.045" v="111" actId="6549"/>
          <ac:spMkLst>
            <pc:docMk/>
            <pc:sldMk cId="0" sldId="333"/>
            <ac:spMk id="4" creationId="{9041D36B-4DD9-4565-B758-9BDFBCD024DC}"/>
          </ac:spMkLst>
        </pc:spChg>
        <pc:spChg chg="mod">
          <ac:chgData name="Luis Jesús Herrero de Cos" userId="1a803f82-0012-431b-a368-6f3c9304e3f9" providerId="ADAL" clId="{ABB0C1D7-1709-4601-B0BC-DAC3D063385F}" dt="2022-11-16T14:50:53.253" v="163" actId="20577"/>
          <ac:spMkLst>
            <pc:docMk/>
            <pc:sldMk cId="0" sldId="333"/>
            <ac:spMk id="6146" creationId="{A12A857D-45FE-426B-ABF3-6DCD73028A4B}"/>
          </ac:spMkLst>
        </pc:spChg>
      </pc:sldChg>
      <pc:sldChg chg="modSp mod">
        <pc:chgData name="Luis Jesús Herrero de Cos" userId="1a803f82-0012-431b-a368-6f3c9304e3f9" providerId="ADAL" clId="{ABB0C1D7-1709-4601-B0BC-DAC3D063385F}" dt="2022-11-16T14:56:09.695" v="247" actId="20577"/>
        <pc:sldMkLst>
          <pc:docMk/>
          <pc:sldMk cId="0" sldId="334"/>
        </pc:sldMkLst>
        <pc:spChg chg="mod">
          <ac:chgData name="Luis Jesús Herrero de Cos" userId="1a803f82-0012-431b-a368-6f3c9304e3f9" providerId="ADAL" clId="{ABB0C1D7-1709-4601-B0BC-DAC3D063385F}" dt="2022-11-16T14:52:54.668" v="189" actId="20577"/>
          <ac:spMkLst>
            <pc:docMk/>
            <pc:sldMk cId="0" sldId="334"/>
            <ac:spMk id="4" creationId="{9041D36B-4DD9-4565-B758-9BDFBCD024DC}"/>
          </ac:spMkLst>
        </pc:spChg>
        <pc:spChg chg="mod">
          <ac:chgData name="Luis Jesús Herrero de Cos" userId="1a803f82-0012-431b-a368-6f3c9304e3f9" providerId="ADAL" clId="{ABB0C1D7-1709-4601-B0BC-DAC3D063385F}" dt="2022-11-16T14:56:09.695" v="247" actId="20577"/>
          <ac:spMkLst>
            <pc:docMk/>
            <pc:sldMk cId="0" sldId="334"/>
            <ac:spMk id="8194" creationId="{0883D276-C442-4D38-ABCA-5A556981B33D}"/>
          </ac:spMkLst>
        </pc:spChg>
      </pc:sldChg>
      <pc:sldChg chg="del">
        <pc:chgData name="Luis Jesús Herrero de Cos" userId="1a803f82-0012-431b-a368-6f3c9304e3f9" providerId="ADAL" clId="{ABB0C1D7-1709-4601-B0BC-DAC3D063385F}" dt="2022-11-21T10:08:35.786" v="6600" actId="47"/>
        <pc:sldMkLst>
          <pc:docMk/>
          <pc:sldMk cId="0" sldId="335"/>
        </pc:sldMkLst>
      </pc:sldChg>
      <pc:sldChg chg="del">
        <pc:chgData name="Luis Jesús Herrero de Cos" userId="1a803f82-0012-431b-a368-6f3c9304e3f9" providerId="ADAL" clId="{ABB0C1D7-1709-4601-B0BC-DAC3D063385F}" dt="2022-11-21T10:08:35.786" v="6600" actId="47"/>
        <pc:sldMkLst>
          <pc:docMk/>
          <pc:sldMk cId="0" sldId="336"/>
        </pc:sldMkLst>
      </pc:sldChg>
      <pc:sldChg chg="del">
        <pc:chgData name="Luis Jesús Herrero de Cos" userId="1a803f82-0012-431b-a368-6f3c9304e3f9" providerId="ADAL" clId="{ABB0C1D7-1709-4601-B0BC-DAC3D063385F}" dt="2022-11-21T10:08:35.786" v="6600" actId="47"/>
        <pc:sldMkLst>
          <pc:docMk/>
          <pc:sldMk cId="0" sldId="337"/>
        </pc:sldMkLst>
      </pc:sldChg>
      <pc:sldChg chg="del">
        <pc:chgData name="Luis Jesús Herrero de Cos" userId="1a803f82-0012-431b-a368-6f3c9304e3f9" providerId="ADAL" clId="{ABB0C1D7-1709-4601-B0BC-DAC3D063385F}" dt="2022-11-21T10:08:35.786" v="6600" actId="47"/>
        <pc:sldMkLst>
          <pc:docMk/>
          <pc:sldMk cId="0" sldId="339"/>
        </pc:sldMkLst>
      </pc:sldChg>
      <pc:sldChg chg="del">
        <pc:chgData name="Luis Jesús Herrero de Cos" userId="1a803f82-0012-431b-a368-6f3c9304e3f9" providerId="ADAL" clId="{ABB0C1D7-1709-4601-B0BC-DAC3D063385F}" dt="2022-11-21T10:08:35.786" v="6600" actId="47"/>
        <pc:sldMkLst>
          <pc:docMk/>
          <pc:sldMk cId="0" sldId="340"/>
        </pc:sldMkLst>
      </pc:sldChg>
      <pc:sldChg chg="del">
        <pc:chgData name="Luis Jesús Herrero de Cos" userId="1a803f82-0012-431b-a368-6f3c9304e3f9" providerId="ADAL" clId="{ABB0C1D7-1709-4601-B0BC-DAC3D063385F}" dt="2022-11-21T10:08:35.786" v="6600" actId="47"/>
        <pc:sldMkLst>
          <pc:docMk/>
          <pc:sldMk cId="0" sldId="341"/>
        </pc:sldMkLst>
      </pc:sldChg>
      <pc:sldChg chg="modSp add mod">
        <pc:chgData name="Luis Jesús Herrero de Cos" userId="1a803f82-0012-431b-a368-6f3c9304e3f9" providerId="ADAL" clId="{ABB0C1D7-1709-4601-B0BC-DAC3D063385F}" dt="2022-11-16T15:21:19.487" v="594" actId="20577"/>
        <pc:sldMkLst>
          <pc:docMk/>
          <pc:sldMk cId="879704480" sldId="342"/>
        </pc:sldMkLst>
        <pc:spChg chg="mod">
          <ac:chgData name="Luis Jesús Herrero de Cos" userId="1a803f82-0012-431b-a368-6f3c9304e3f9" providerId="ADAL" clId="{ABB0C1D7-1709-4601-B0BC-DAC3D063385F}" dt="2022-11-16T15:21:19.487" v="594" actId="20577"/>
          <ac:spMkLst>
            <pc:docMk/>
            <pc:sldMk cId="879704480" sldId="342"/>
            <ac:spMk id="4" creationId="{9041D36B-4DD9-4565-B758-9BDFBCD024DC}"/>
          </ac:spMkLst>
        </pc:spChg>
        <pc:spChg chg="mod">
          <ac:chgData name="Luis Jesús Herrero de Cos" userId="1a803f82-0012-431b-a368-6f3c9304e3f9" providerId="ADAL" clId="{ABB0C1D7-1709-4601-B0BC-DAC3D063385F}" dt="2022-11-16T14:59:23.997" v="262" actId="20577"/>
          <ac:spMkLst>
            <pc:docMk/>
            <pc:sldMk cId="879704480" sldId="342"/>
            <ac:spMk id="8194" creationId="{0883D276-C442-4D38-ABCA-5A556981B33D}"/>
          </ac:spMkLst>
        </pc:spChg>
      </pc:sldChg>
      <pc:sldChg chg="add del">
        <pc:chgData name="Luis Jesús Herrero de Cos" userId="1a803f82-0012-431b-a368-6f3c9304e3f9" providerId="ADAL" clId="{ABB0C1D7-1709-4601-B0BC-DAC3D063385F}" dt="2022-11-16T14:57:23.453" v="250"/>
        <pc:sldMkLst>
          <pc:docMk/>
          <pc:sldMk cId="1139489468" sldId="343"/>
        </pc:sldMkLst>
      </pc:sldChg>
      <pc:sldChg chg="modSp add mod">
        <pc:chgData name="Luis Jesús Herrero de Cos" userId="1a803f82-0012-431b-a368-6f3c9304e3f9" providerId="ADAL" clId="{ABB0C1D7-1709-4601-B0BC-DAC3D063385F}" dt="2022-11-16T15:21:09.605" v="582" actId="20577"/>
        <pc:sldMkLst>
          <pc:docMk/>
          <pc:sldMk cId="2964840464" sldId="343"/>
        </pc:sldMkLst>
        <pc:spChg chg="mod">
          <ac:chgData name="Luis Jesús Herrero de Cos" userId="1a803f82-0012-431b-a368-6f3c9304e3f9" providerId="ADAL" clId="{ABB0C1D7-1709-4601-B0BC-DAC3D063385F}" dt="2022-11-16T15:21:09.605" v="582" actId="20577"/>
          <ac:spMkLst>
            <pc:docMk/>
            <pc:sldMk cId="2964840464" sldId="343"/>
            <ac:spMk id="4" creationId="{9041D36B-4DD9-4565-B758-9BDFBCD024DC}"/>
          </ac:spMkLst>
        </pc:spChg>
        <pc:spChg chg="mod">
          <ac:chgData name="Luis Jesús Herrero de Cos" userId="1a803f82-0012-431b-a368-6f3c9304e3f9" providerId="ADAL" clId="{ABB0C1D7-1709-4601-B0BC-DAC3D063385F}" dt="2022-11-16T15:01:43.511" v="272" actId="20577"/>
          <ac:spMkLst>
            <pc:docMk/>
            <pc:sldMk cId="2964840464" sldId="343"/>
            <ac:spMk id="8194" creationId="{0883D276-C442-4D38-ABCA-5A556981B33D}"/>
          </ac:spMkLst>
        </pc:spChg>
      </pc:sldChg>
      <pc:sldChg chg="modSp add mod">
        <pc:chgData name="Luis Jesús Herrero de Cos" userId="1a803f82-0012-431b-a368-6f3c9304e3f9" providerId="ADAL" clId="{ABB0C1D7-1709-4601-B0BC-DAC3D063385F}" dt="2022-11-16T15:21:00.402" v="572" actId="20577"/>
        <pc:sldMkLst>
          <pc:docMk/>
          <pc:sldMk cId="2414047979" sldId="344"/>
        </pc:sldMkLst>
        <pc:spChg chg="mod">
          <ac:chgData name="Luis Jesús Herrero de Cos" userId="1a803f82-0012-431b-a368-6f3c9304e3f9" providerId="ADAL" clId="{ABB0C1D7-1709-4601-B0BC-DAC3D063385F}" dt="2022-11-16T15:21:00.402" v="572" actId="20577"/>
          <ac:spMkLst>
            <pc:docMk/>
            <pc:sldMk cId="2414047979" sldId="344"/>
            <ac:spMk id="4" creationId="{9041D36B-4DD9-4565-B758-9BDFBCD024DC}"/>
          </ac:spMkLst>
        </pc:spChg>
        <pc:spChg chg="mod">
          <ac:chgData name="Luis Jesús Herrero de Cos" userId="1a803f82-0012-431b-a368-6f3c9304e3f9" providerId="ADAL" clId="{ABB0C1D7-1709-4601-B0BC-DAC3D063385F}" dt="2022-11-16T15:19:25.535" v="562" actId="113"/>
          <ac:spMkLst>
            <pc:docMk/>
            <pc:sldMk cId="2414047979" sldId="344"/>
            <ac:spMk id="8194" creationId="{0883D276-C442-4D38-ABCA-5A556981B33D}"/>
          </ac:spMkLst>
        </pc:spChg>
      </pc:sldChg>
      <pc:sldChg chg="modSp add mod">
        <pc:chgData name="Luis Jesús Herrero de Cos" userId="1a803f82-0012-431b-a368-6f3c9304e3f9" providerId="ADAL" clId="{ABB0C1D7-1709-4601-B0BC-DAC3D063385F}" dt="2022-11-16T16:08:42.072" v="1139" actId="6549"/>
        <pc:sldMkLst>
          <pc:docMk/>
          <pc:sldMk cId="3754867776" sldId="345"/>
        </pc:sldMkLst>
        <pc:spChg chg="mod">
          <ac:chgData name="Luis Jesús Herrero de Cos" userId="1a803f82-0012-431b-a368-6f3c9304e3f9" providerId="ADAL" clId="{ABB0C1D7-1709-4601-B0BC-DAC3D063385F}" dt="2022-11-16T16:08:42.072" v="1139" actId="6549"/>
          <ac:spMkLst>
            <pc:docMk/>
            <pc:sldMk cId="3754867776" sldId="345"/>
            <ac:spMk id="8194" creationId="{0883D276-C442-4D38-ABCA-5A556981B33D}"/>
          </ac:spMkLst>
        </pc:spChg>
      </pc:sldChg>
      <pc:sldChg chg="addSp delSp modSp add mod">
        <pc:chgData name="Luis Jesús Herrero de Cos" userId="1a803f82-0012-431b-a368-6f3c9304e3f9" providerId="ADAL" clId="{ABB0C1D7-1709-4601-B0BC-DAC3D063385F}" dt="2022-11-16T16:18:09.456" v="1520" actId="948"/>
        <pc:sldMkLst>
          <pc:docMk/>
          <pc:sldMk cId="2546384994" sldId="346"/>
        </pc:sldMkLst>
        <pc:spChg chg="add del">
          <ac:chgData name="Luis Jesús Herrero de Cos" userId="1a803f82-0012-431b-a368-6f3c9304e3f9" providerId="ADAL" clId="{ABB0C1D7-1709-4601-B0BC-DAC3D063385F}" dt="2022-11-16T16:13:35.491" v="1485"/>
          <ac:spMkLst>
            <pc:docMk/>
            <pc:sldMk cId="2546384994" sldId="346"/>
            <ac:spMk id="2" creationId="{561268DE-8A9D-6A7E-1AC2-F7F2D8FB190C}"/>
          </ac:spMkLst>
        </pc:spChg>
        <pc:spChg chg="add del">
          <ac:chgData name="Luis Jesús Herrero de Cos" userId="1a803f82-0012-431b-a368-6f3c9304e3f9" providerId="ADAL" clId="{ABB0C1D7-1709-4601-B0BC-DAC3D063385F}" dt="2022-11-16T16:17:26.123" v="1515"/>
          <ac:spMkLst>
            <pc:docMk/>
            <pc:sldMk cId="2546384994" sldId="346"/>
            <ac:spMk id="3" creationId="{8C056134-5722-1AD4-F2F7-EE4BDC473D17}"/>
          </ac:spMkLst>
        </pc:spChg>
        <pc:spChg chg="mod">
          <ac:chgData name="Luis Jesús Herrero de Cos" userId="1a803f82-0012-431b-a368-6f3c9304e3f9" providerId="ADAL" clId="{ABB0C1D7-1709-4601-B0BC-DAC3D063385F}" dt="2022-11-16T16:16:34.921" v="1513" actId="20577"/>
          <ac:spMkLst>
            <pc:docMk/>
            <pc:sldMk cId="2546384994" sldId="346"/>
            <ac:spMk id="4" creationId="{9041D36B-4DD9-4565-B758-9BDFBCD024DC}"/>
          </ac:spMkLst>
        </pc:spChg>
        <pc:spChg chg="mod">
          <ac:chgData name="Luis Jesús Herrero de Cos" userId="1a803f82-0012-431b-a368-6f3c9304e3f9" providerId="ADAL" clId="{ABB0C1D7-1709-4601-B0BC-DAC3D063385F}" dt="2022-11-16T16:18:09.456" v="1520" actId="948"/>
          <ac:spMkLst>
            <pc:docMk/>
            <pc:sldMk cId="2546384994" sldId="346"/>
            <ac:spMk id="8194" creationId="{0883D276-C442-4D38-ABCA-5A556981B33D}"/>
          </ac:spMkLst>
        </pc:spChg>
      </pc:sldChg>
      <pc:sldChg chg="addSp delSp modSp add mod">
        <pc:chgData name="Luis Jesús Herrero de Cos" userId="1a803f82-0012-431b-a368-6f3c9304e3f9" providerId="ADAL" clId="{ABB0C1D7-1709-4601-B0BC-DAC3D063385F}" dt="2022-11-16T17:11:19.335" v="2484" actId="20577"/>
        <pc:sldMkLst>
          <pc:docMk/>
          <pc:sldMk cId="124414505" sldId="347"/>
        </pc:sldMkLst>
        <pc:spChg chg="mod">
          <ac:chgData name="Luis Jesús Herrero de Cos" userId="1a803f82-0012-431b-a368-6f3c9304e3f9" providerId="ADAL" clId="{ABB0C1D7-1709-4601-B0BC-DAC3D063385F}" dt="2022-11-16T16:22:02.988" v="1547" actId="20577"/>
          <ac:spMkLst>
            <pc:docMk/>
            <pc:sldMk cId="124414505" sldId="347"/>
            <ac:spMk id="4" creationId="{9041D36B-4DD9-4565-B758-9BDFBCD024DC}"/>
          </ac:spMkLst>
        </pc:spChg>
        <pc:spChg chg="mod">
          <ac:chgData name="Luis Jesús Herrero de Cos" userId="1a803f82-0012-431b-a368-6f3c9304e3f9" providerId="ADAL" clId="{ABB0C1D7-1709-4601-B0BC-DAC3D063385F}" dt="2022-11-16T17:11:19.335" v="2484" actId="20577"/>
          <ac:spMkLst>
            <pc:docMk/>
            <pc:sldMk cId="124414505" sldId="347"/>
            <ac:spMk id="8194" creationId="{0883D276-C442-4D38-ABCA-5A556981B33D}"/>
          </ac:spMkLst>
        </pc:spChg>
        <pc:picChg chg="add del mod">
          <ac:chgData name="Luis Jesús Herrero de Cos" userId="1a803f82-0012-431b-a368-6f3c9304e3f9" providerId="ADAL" clId="{ABB0C1D7-1709-4601-B0BC-DAC3D063385F}" dt="2022-11-16T16:48:36.267" v="2087" actId="478"/>
          <ac:picMkLst>
            <pc:docMk/>
            <pc:sldMk cId="124414505" sldId="347"/>
            <ac:picMk id="3" creationId="{248EB0A7-DDE7-CFA5-DD95-19AA1464C319}"/>
          </ac:picMkLst>
        </pc:picChg>
        <pc:picChg chg="add del mod">
          <ac:chgData name="Luis Jesús Herrero de Cos" userId="1a803f82-0012-431b-a368-6f3c9304e3f9" providerId="ADAL" clId="{ABB0C1D7-1709-4601-B0BC-DAC3D063385F}" dt="2022-11-16T16:54:43.657" v="2202" actId="478"/>
          <ac:picMkLst>
            <pc:docMk/>
            <pc:sldMk cId="124414505" sldId="347"/>
            <ac:picMk id="6" creationId="{043B01C0-8B28-0BE5-E53B-E0D65C2813D5}"/>
          </ac:picMkLst>
        </pc:picChg>
        <pc:picChg chg="add mod">
          <ac:chgData name="Luis Jesús Herrero de Cos" userId="1a803f82-0012-431b-a368-6f3c9304e3f9" providerId="ADAL" clId="{ABB0C1D7-1709-4601-B0BC-DAC3D063385F}" dt="2022-11-16T17:10:45.697" v="2415" actId="1076"/>
          <ac:picMkLst>
            <pc:docMk/>
            <pc:sldMk cId="124414505" sldId="347"/>
            <ac:picMk id="8" creationId="{653CCA05-0676-7807-5152-E9092FB85061}"/>
          </ac:picMkLst>
        </pc:picChg>
      </pc:sldChg>
      <pc:sldChg chg="addSp delSp modSp add mod">
        <pc:chgData name="Luis Jesús Herrero de Cos" userId="1a803f82-0012-431b-a368-6f3c9304e3f9" providerId="ADAL" clId="{ABB0C1D7-1709-4601-B0BC-DAC3D063385F}" dt="2022-11-16T17:12:42.109" v="2567" actId="20577"/>
        <pc:sldMkLst>
          <pc:docMk/>
          <pc:sldMk cId="1660419917" sldId="348"/>
        </pc:sldMkLst>
        <pc:spChg chg="mod">
          <ac:chgData name="Luis Jesús Herrero de Cos" userId="1a803f82-0012-431b-a368-6f3c9304e3f9" providerId="ADAL" clId="{ABB0C1D7-1709-4601-B0BC-DAC3D063385F}" dt="2022-11-16T17:12:42.109" v="2567" actId="20577"/>
          <ac:spMkLst>
            <pc:docMk/>
            <pc:sldMk cId="1660419917" sldId="348"/>
            <ac:spMk id="8194" creationId="{0883D276-C442-4D38-ABCA-5A556981B33D}"/>
          </ac:spMkLst>
        </pc:spChg>
        <pc:picChg chg="del">
          <ac:chgData name="Luis Jesús Herrero de Cos" userId="1a803f82-0012-431b-a368-6f3c9304e3f9" providerId="ADAL" clId="{ABB0C1D7-1709-4601-B0BC-DAC3D063385F}" dt="2022-11-16T17:01:59.408" v="2304" actId="478"/>
          <ac:picMkLst>
            <pc:docMk/>
            <pc:sldMk cId="1660419917" sldId="348"/>
            <ac:picMk id="3" creationId="{248EB0A7-DDE7-CFA5-DD95-19AA1464C319}"/>
          </ac:picMkLst>
        </pc:picChg>
        <pc:picChg chg="add mod">
          <ac:chgData name="Luis Jesús Herrero de Cos" userId="1a803f82-0012-431b-a368-6f3c9304e3f9" providerId="ADAL" clId="{ABB0C1D7-1709-4601-B0BC-DAC3D063385F}" dt="2022-11-16T17:10:33.875" v="2413" actId="14100"/>
          <ac:picMkLst>
            <pc:docMk/>
            <pc:sldMk cId="1660419917" sldId="348"/>
            <ac:picMk id="5" creationId="{2B4ABB19-7903-C5B4-3F5A-AD521AE10034}"/>
          </ac:picMkLst>
        </pc:picChg>
      </pc:sldChg>
      <pc:sldChg chg="addSp delSp modSp add mod">
        <pc:chgData name="Luis Jesús Herrero de Cos" userId="1a803f82-0012-431b-a368-6f3c9304e3f9" providerId="ADAL" clId="{ABB0C1D7-1709-4601-B0BC-DAC3D063385F}" dt="2022-11-17T15:24:40.626" v="3599" actId="20577"/>
        <pc:sldMkLst>
          <pc:docMk/>
          <pc:sldMk cId="1679390135" sldId="349"/>
        </pc:sldMkLst>
        <pc:spChg chg="mod">
          <ac:chgData name="Luis Jesús Herrero de Cos" userId="1a803f82-0012-431b-a368-6f3c9304e3f9" providerId="ADAL" clId="{ABB0C1D7-1709-4601-B0BC-DAC3D063385F}" dt="2022-11-16T17:14:55.270" v="2582" actId="20577"/>
          <ac:spMkLst>
            <pc:docMk/>
            <pc:sldMk cId="1679390135" sldId="349"/>
            <ac:spMk id="4" creationId="{9041D36B-4DD9-4565-B758-9BDFBCD024DC}"/>
          </ac:spMkLst>
        </pc:spChg>
        <pc:spChg chg="mod">
          <ac:chgData name="Luis Jesús Herrero de Cos" userId="1a803f82-0012-431b-a368-6f3c9304e3f9" providerId="ADAL" clId="{ABB0C1D7-1709-4601-B0BC-DAC3D063385F}" dt="2022-11-17T15:24:40.626" v="3599" actId="20577"/>
          <ac:spMkLst>
            <pc:docMk/>
            <pc:sldMk cId="1679390135" sldId="349"/>
            <ac:spMk id="8194" creationId="{0883D276-C442-4D38-ABCA-5A556981B33D}"/>
          </ac:spMkLst>
        </pc:spChg>
        <pc:picChg chg="add mod">
          <ac:chgData name="Luis Jesús Herrero de Cos" userId="1a803f82-0012-431b-a368-6f3c9304e3f9" providerId="ADAL" clId="{ABB0C1D7-1709-4601-B0BC-DAC3D063385F}" dt="2022-11-17T13:31:46.150" v="3077" actId="1076"/>
          <ac:picMkLst>
            <pc:docMk/>
            <pc:sldMk cId="1679390135" sldId="349"/>
            <ac:picMk id="3" creationId="{B9F01A5C-CE71-5681-1EFA-839B27E6E979}"/>
          </ac:picMkLst>
        </pc:picChg>
        <pc:picChg chg="del">
          <ac:chgData name="Luis Jesús Herrero de Cos" userId="1a803f82-0012-431b-a368-6f3c9304e3f9" providerId="ADAL" clId="{ABB0C1D7-1709-4601-B0BC-DAC3D063385F}" dt="2022-11-16T17:20:15.348" v="2687" actId="478"/>
          <ac:picMkLst>
            <pc:docMk/>
            <pc:sldMk cId="1679390135" sldId="349"/>
            <ac:picMk id="5" creationId="{2B4ABB19-7903-C5B4-3F5A-AD521AE10034}"/>
          </ac:picMkLst>
        </pc:picChg>
      </pc:sldChg>
      <pc:sldChg chg="addSp delSp modSp add mod">
        <pc:chgData name="Luis Jesús Herrero de Cos" userId="1a803f82-0012-431b-a368-6f3c9304e3f9" providerId="ADAL" clId="{ABB0C1D7-1709-4601-B0BC-DAC3D063385F}" dt="2022-11-20T11:52:55.862" v="3834" actId="20577"/>
        <pc:sldMkLst>
          <pc:docMk/>
          <pc:sldMk cId="3437144936" sldId="350"/>
        </pc:sldMkLst>
        <pc:spChg chg="add del mod">
          <ac:chgData name="Luis Jesús Herrero de Cos" userId="1a803f82-0012-431b-a368-6f3c9304e3f9" providerId="ADAL" clId="{ABB0C1D7-1709-4601-B0BC-DAC3D063385F}" dt="2022-11-17T15:21:49.271" v="3472" actId="478"/>
          <ac:spMkLst>
            <pc:docMk/>
            <pc:sldMk cId="3437144936" sldId="350"/>
            <ac:spMk id="2" creationId="{82EAF187-6D58-8CFB-AE25-AC1D43A86851}"/>
          </ac:spMkLst>
        </pc:spChg>
        <pc:spChg chg="add del">
          <ac:chgData name="Luis Jesús Herrero de Cos" userId="1a803f82-0012-431b-a368-6f3c9304e3f9" providerId="ADAL" clId="{ABB0C1D7-1709-4601-B0BC-DAC3D063385F}" dt="2022-11-17T15:21:39.850" v="3471"/>
          <ac:spMkLst>
            <pc:docMk/>
            <pc:sldMk cId="3437144936" sldId="350"/>
            <ac:spMk id="5" creationId="{40F36FDF-BAD3-85A9-EB21-9F095FD741D5}"/>
          </ac:spMkLst>
        </pc:spChg>
        <pc:spChg chg="mod">
          <ac:chgData name="Luis Jesús Herrero de Cos" userId="1a803f82-0012-431b-a368-6f3c9304e3f9" providerId="ADAL" clId="{ABB0C1D7-1709-4601-B0BC-DAC3D063385F}" dt="2022-11-20T11:52:55.862" v="3834" actId="20577"/>
          <ac:spMkLst>
            <pc:docMk/>
            <pc:sldMk cId="3437144936" sldId="350"/>
            <ac:spMk id="8194" creationId="{0883D276-C442-4D38-ABCA-5A556981B33D}"/>
          </ac:spMkLst>
        </pc:spChg>
        <pc:picChg chg="del">
          <ac:chgData name="Luis Jesús Herrero de Cos" userId="1a803f82-0012-431b-a368-6f3c9304e3f9" providerId="ADAL" clId="{ABB0C1D7-1709-4601-B0BC-DAC3D063385F}" dt="2022-11-17T13:35:30.053" v="3269" actId="478"/>
          <ac:picMkLst>
            <pc:docMk/>
            <pc:sldMk cId="3437144936" sldId="350"/>
            <ac:picMk id="3" creationId="{B9F01A5C-CE71-5681-1EFA-839B27E6E979}"/>
          </ac:picMkLst>
        </pc:picChg>
      </pc:sldChg>
      <pc:sldChg chg="addSp delSp modSp add mod">
        <pc:chgData name="Luis Jesús Herrero de Cos" userId="1a803f82-0012-431b-a368-6f3c9304e3f9" providerId="ADAL" clId="{ABB0C1D7-1709-4601-B0BC-DAC3D063385F}" dt="2022-11-20T12:30:55.801" v="4234" actId="114"/>
        <pc:sldMkLst>
          <pc:docMk/>
          <pc:sldMk cId="773538154" sldId="351"/>
        </pc:sldMkLst>
        <pc:spChg chg="add del">
          <ac:chgData name="Luis Jesús Herrero de Cos" userId="1a803f82-0012-431b-a368-6f3c9304e3f9" providerId="ADAL" clId="{ABB0C1D7-1709-4601-B0BC-DAC3D063385F}" dt="2022-11-20T12:26:26.051" v="4130"/>
          <ac:spMkLst>
            <pc:docMk/>
            <pc:sldMk cId="773538154" sldId="351"/>
            <ac:spMk id="2" creationId="{9BF5E708-03AC-1E96-AB7F-4F22E5029DFD}"/>
          </ac:spMkLst>
        </pc:spChg>
        <pc:spChg chg="add del">
          <ac:chgData name="Luis Jesús Herrero de Cos" userId="1a803f82-0012-431b-a368-6f3c9304e3f9" providerId="ADAL" clId="{ABB0C1D7-1709-4601-B0BC-DAC3D063385F}" dt="2022-11-20T12:28:49.988" v="4135"/>
          <ac:spMkLst>
            <pc:docMk/>
            <pc:sldMk cId="773538154" sldId="351"/>
            <ac:spMk id="3" creationId="{F946FB80-B22C-FDD1-1410-64CE7BFEF943}"/>
          </ac:spMkLst>
        </pc:spChg>
        <pc:spChg chg="mod">
          <ac:chgData name="Luis Jesús Herrero de Cos" userId="1a803f82-0012-431b-a368-6f3c9304e3f9" providerId="ADAL" clId="{ABB0C1D7-1709-4601-B0BC-DAC3D063385F}" dt="2022-11-20T12:30:55.801" v="4234" actId="114"/>
          <ac:spMkLst>
            <pc:docMk/>
            <pc:sldMk cId="773538154" sldId="351"/>
            <ac:spMk id="8194" creationId="{0883D276-C442-4D38-ABCA-5A556981B33D}"/>
          </ac:spMkLst>
        </pc:spChg>
      </pc:sldChg>
      <pc:sldChg chg="addSp delSp modSp add mod">
        <pc:chgData name="Luis Jesús Herrero de Cos" userId="1a803f82-0012-431b-a368-6f3c9304e3f9" providerId="ADAL" clId="{ABB0C1D7-1709-4601-B0BC-DAC3D063385F}" dt="2022-11-20T20:21:17.384" v="4535" actId="20577"/>
        <pc:sldMkLst>
          <pc:docMk/>
          <pc:sldMk cId="900675956" sldId="352"/>
        </pc:sldMkLst>
        <pc:spChg chg="add del">
          <ac:chgData name="Luis Jesús Herrero de Cos" userId="1a803f82-0012-431b-a368-6f3c9304e3f9" providerId="ADAL" clId="{ABB0C1D7-1709-4601-B0BC-DAC3D063385F}" dt="2022-11-20T12:37:43.842" v="4432"/>
          <ac:spMkLst>
            <pc:docMk/>
            <pc:sldMk cId="900675956" sldId="352"/>
            <ac:spMk id="2" creationId="{7D06B3BF-8659-4FA3-7B6C-5CA26CFC44F6}"/>
          </ac:spMkLst>
        </pc:spChg>
        <pc:spChg chg="mod">
          <ac:chgData name="Luis Jesús Herrero de Cos" userId="1a803f82-0012-431b-a368-6f3c9304e3f9" providerId="ADAL" clId="{ABB0C1D7-1709-4601-B0BC-DAC3D063385F}" dt="2022-11-20T20:21:17.384" v="4535" actId="20577"/>
          <ac:spMkLst>
            <pc:docMk/>
            <pc:sldMk cId="900675956" sldId="352"/>
            <ac:spMk id="4" creationId="{9041D36B-4DD9-4565-B758-9BDFBCD024DC}"/>
          </ac:spMkLst>
        </pc:spChg>
        <pc:spChg chg="mod">
          <ac:chgData name="Luis Jesús Herrero de Cos" userId="1a803f82-0012-431b-a368-6f3c9304e3f9" providerId="ADAL" clId="{ABB0C1D7-1709-4601-B0BC-DAC3D063385F}" dt="2022-11-20T20:20:22.988" v="4518" actId="6549"/>
          <ac:spMkLst>
            <pc:docMk/>
            <pc:sldMk cId="900675956" sldId="352"/>
            <ac:spMk id="8194" creationId="{0883D276-C442-4D38-ABCA-5A556981B33D}"/>
          </ac:spMkLst>
        </pc:spChg>
      </pc:sldChg>
      <pc:sldChg chg="addSp delSp modSp add mod">
        <pc:chgData name="Luis Jesús Herrero de Cos" userId="1a803f82-0012-431b-a368-6f3c9304e3f9" providerId="ADAL" clId="{ABB0C1D7-1709-4601-B0BC-DAC3D063385F}" dt="2022-11-20T20:47:14.941" v="5298" actId="22"/>
        <pc:sldMkLst>
          <pc:docMk/>
          <pc:sldMk cId="1291670927" sldId="353"/>
        </pc:sldMkLst>
        <pc:spChg chg="mod">
          <ac:chgData name="Luis Jesús Herrero de Cos" userId="1a803f82-0012-431b-a368-6f3c9304e3f9" providerId="ADAL" clId="{ABB0C1D7-1709-4601-B0BC-DAC3D063385F}" dt="2022-11-20T20:22:31.241" v="4578" actId="20577"/>
          <ac:spMkLst>
            <pc:docMk/>
            <pc:sldMk cId="1291670927" sldId="353"/>
            <ac:spMk id="4" creationId="{9041D36B-4DD9-4565-B758-9BDFBCD024DC}"/>
          </ac:spMkLst>
        </pc:spChg>
        <pc:spChg chg="add del">
          <ac:chgData name="Luis Jesús Herrero de Cos" userId="1a803f82-0012-431b-a368-6f3c9304e3f9" providerId="ADAL" clId="{ABB0C1D7-1709-4601-B0BC-DAC3D063385F}" dt="2022-11-20T20:33:10.925" v="5092"/>
          <ac:spMkLst>
            <pc:docMk/>
            <pc:sldMk cId="1291670927" sldId="353"/>
            <ac:spMk id="5" creationId="{0B44589E-0A36-CB5C-6709-7A8BD2C0759E}"/>
          </ac:spMkLst>
        </pc:spChg>
        <pc:spChg chg="add del">
          <ac:chgData name="Luis Jesús Herrero de Cos" userId="1a803f82-0012-431b-a368-6f3c9304e3f9" providerId="ADAL" clId="{ABB0C1D7-1709-4601-B0BC-DAC3D063385F}" dt="2022-11-20T20:47:14.941" v="5298" actId="22"/>
          <ac:spMkLst>
            <pc:docMk/>
            <pc:sldMk cId="1291670927" sldId="353"/>
            <ac:spMk id="7" creationId="{443CC120-4ADA-4CE6-ADD7-FF4FB750824D}"/>
          </ac:spMkLst>
        </pc:spChg>
        <pc:spChg chg="mod">
          <ac:chgData name="Luis Jesús Herrero de Cos" userId="1a803f82-0012-431b-a368-6f3c9304e3f9" providerId="ADAL" clId="{ABB0C1D7-1709-4601-B0BC-DAC3D063385F}" dt="2022-11-20T20:41:11.734" v="5296" actId="114"/>
          <ac:spMkLst>
            <pc:docMk/>
            <pc:sldMk cId="1291670927" sldId="353"/>
            <ac:spMk id="8194" creationId="{0883D276-C442-4D38-ABCA-5A556981B33D}"/>
          </ac:spMkLst>
        </pc:spChg>
        <pc:picChg chg="add mod">
          <ac:chgData name="Luis Jesús Herrero de Cos" userId="1a803f82-0012-431b-a368-6f3c9304e3f9" providerId="ADAL" clId="{ABB0C1D7-1709-4601-B0BC-DAC3D063385F}" dt="2022-11-20T20:30:07.763" v="4896" actId="14100"/>
          <ac:picMkLst>
            <pc:docMk/>
            <pc:sldMk cId="1291670927" sldId="353"/>
            <ac:picMk id="3" creationId="{F7471464-87DC-3069-5C6C-3335E4E34D27}"/>
          </ac:picMkLst>
        </pc:picChg>
      </pc:sldChg>
      <pc:sldChg chg="addSp delSp modSp add mod">
        <pc:chgData name="Luis Jesús Herrero de Cos" userId="1a803f82-0012-431b-a368-6f3c9304e3f9" providerId="ADAL" clId="{ABB0C1D7-1709-4601-B0BC-DAC3D063385F}" dt="2022-11-20T21:10:19.029" v="6081" actId="20577"/>
        <pc:sldMkLst>
          <pc:docMk/>
          <pc:sldMk cId="3998283707" sldId="354"/>
        </pc:sldMkLst>
        <pc:spChg chg="mod">
          <ac:chgData name="Luis Jesús Herrero de Cos" userId="1a803f82-0012-431b-a368-6f3c9304e3f9" providerId="ADAL" clId="{ABB0C1D7-1709-4601-B0BC-DAC3D063385F}" dt="2022-11-20T21:02:30.478" v="5776" actId="20577"/>
          <ac:spMkLst>
            <pc:docMk/>
            <pc:sldMk cId="3998283707" sldId="354"/>
            <ac:spMk id="4" creationId="{9041D36B-4DD9-4565-B758-9BDFBCD024DC}"/>
          </ac:spMkLst>
        </pc:spChg>
        <pc:spChg chg="mod">
          <ac:chgData name="Luis Jesús Herrero de Cos" userId="1a803f82-0012-431b-a368-6f3c9304e3f9" providerId="ADAL" clId="{ABB0C1D7-1709-4601-B0BC-DAC3D063385F}" dt="2022-11-20T21:10:19.029" v="6081" actId="20577"/>
          <ac:spMkLst>
            <pc:docMk/>
            <pc:sldMk cId="3998283707" sldId="354"/>
            <ac:spMk id="8194" creationId="{0883D276-C442-4D38-ABCA-5A556981B33D}"/>
          </ac:spMkLst>
        </pc:spChg>
        <pc:picChg chg="del">
          <ac:chgData name="Luis Jesús Herrero de Cos" userId="1a803f82-0012-431b-a368-6f3c9304e3f9" providerId="ADAL" clId="{ABB0C1D7-1709-4601-B0BC-DAC3D063385F}" dt="2022-11-20T20:49:49.212" v="5452" actId="478"/>
          <ac:picMkLst>
            <pc:docMk/>
            <pc:sldMk cId="3998283707" sldId="354"/>
            <ac:picMk id="3" creationId="{F7471464-87DC-3069-5C6C-3335E4E34D27}"/>
          </ac:picMkLst>
        </pc:picChg>
        <pc:picChg chg="add mod">
          <ac:chgData name="Luis Jesús Herrero de Cos" userId="1a803f82-0012-431b-a368-6f3c9304e3f9" providerId="ADAL" clId="{ABB0C1D7-1709-4601-B0BC-DAC3D063385F}" dt="2022-11-20T20:53:06.136" v="5455" actId="14100"/>
          <ac:picMkLst>
            <pc:docMk/>
            <pc:sldMk cId="3998283707" sldId="354"/>
            <ac:picMk id="5" creationId="{8AF38DF0-FE1D-7ED7-A3F9-677B87EAB5B4}"/>
          </ac:picMkLst>
        </pc:picChg>
      </pc:sldChg>
      <pc:sldChg chg="addSp delSp modSp add mod">
        <pc:chgData name="Luis Jesús Herrero de Cos" userId="1a803f82-0012-431b-a368-6f3c9304e3f9" providerId="ADAL" clId="{ABB0C1D7-1709-4601-B0BC-DAC3D063385F}" dt="2022-11-20T21:10:44.431" v="6084" actId="14100"/>
        <pc:sldMkLst>
          <pc:docMk/>
          <pc:sldMk cId="951659597" sldId="355"/>
        </pc:sldMkLst>
        <pc:spChg chg="add del">
          <ac:chgData name="Luis Jesús Herrero de Cos" userId="1a803f82-0012-431b-a368-6f3c9304e3f9" providerId="ADAL" clId="{ABB0C1D7-1709-4601-B0BC-DAC3D063385F}" dt="2022-11-20T21:09:44.292" v="6077"/>
          <ac:spMkLst>
            <pc:docMk/>
            <pc:sldMk cId="951659597" sldId="355"/>
            <ac:spMk id="2" creationId="{E35C023C-D71E-A327-71D4-303FC5D5E4AE}"/>
          </ac:spMkLst>
        </pc:spChg>
        <pc:spChg chg="mod">
          <ac:chgData name="Luis Jesús Herrero de Cos" userId="1a803f82-0012-431b-a368-6f3c9304e3f9" providerId="ADAL" clId="{ABB0C1D7-1709-4601-B0BC-DAC3D063385F}" dt="2022-11-20T21:03:16.157" v="5789" actId="20577"/>
          <ac:spMkLst>
            <pc:docMk/>
            <pc:sldMk cId="951659597" sldId="355"/>
            <ac:spMk id="4" creationId="{9041D36B-4DD9-4565-B758-9BDFBCD024DC}"/>
          </ac:spMkLst>
        </pc:spChg>
        <pc:spChg chg="mod">
          <ac:chgData name="Luis Jesús Herrero de Cos" userId="1a803f82-0012-431b-a368-6f3c9304e3f9" providerId="ADAL" clId="{ABB0C1D7-1709-4601-B0BC-DAC3D063385F}" dt="2022-11-20T21:10:28.649" v="6082" actId="6549"/>
          <ac:spMkLst>
            <pc:docMk/>
            <pc:sldMk cId="951659597" sldId="355"/>
            <ac:spMk id="8194" creationId="{0883D276-C442-4D38-ABCA-5A556981B33D}"/>
          </ac:spMkLst>
        </pc:spChg>
        <pc:picChg chg="del">
          <ac:chgData name="Luis Jesús Herrero de Cos" userId="1a803f82-0012-431b-a368-6f3c9304e3f9" providerId="ADAL" clId="{ABB0C1D7-1709-4601-B0BC-DAC3D063385F}" dt="2022-11-20T21:06:14.606" v="6075" actId="478"/>
          <ac:picMkLst>
            <pc:docMk/>
            <pc:sldMk cId="951659597" sldId="355"/>
            <ac:picMk id="5" creationId="{8AF38DF0-FE1D-7ED7-A3F9-677B87EAB5B4}"/>
          </ac:picMkLst>
        </pc:picChg>
        <pc:picChg chg="add mod">
          <ac:chgData name="Luis Jesús Herrero de Cos" userId="1a803f82-0012-431b-a368-6f3c9304e3f9" providerId="ADAL" clId="{ABB0C1D7-1709-4601-B0BC-DAC3D063385F}" dt="2022-11-20T21:10:44.431" v="6084" actId="14100"/>
          <ac:picMkLst>
            <pc:docMk/>
            <pc:sldMk cId="951659597" sldId="355"/>
            <ac:picMk id="6" creationId="{4B59FB76-721B-73F4-DEDE-6CA40FE02FA4}"/>
          </ac:picMkLst>
        </pc:picChg>
      </pc:sldChg>
      <pc:sldChg chg="addSp delSp modSp add mod">
        <pc:chgData name="Luis Jesús Herrero de Cos" userId="1a803f82-0012-431b-a368-6f3c9304e3f9" providerId="ADAL" clId="{ABB0C1D7-1709-4601-B0BC-DAC3D063385F}" dt="2022-11-21T10:08:17.918" v="6599" actId="20577"/>
        <pc:sldMkLst>
          <pc:docMk/>
          <pc:sldMk cId="2703675128" sldId="356"/>
        </pc:sldMkLst>
        <pc:spChg chg="mod">
          <ac:chgData name="Luis Jesús Herrero de Cos" userId="1a803f82-0012-431b-a368-6f3c9304e3f9" providerId="ADAL" clId="{ABB0C1D7-1709-4601-B0BC-DAC3D063385F}" dt="2022-11-21T10:05:07.142" v="6523" actId="20577"/>
          <ac:spMkLst>
            <pc:docMk/>
            <pc:sldMk cId="2703675128" sldId="356"/>
            <ac:spMk id="4" creationId="{9041D36B-4DD9-4565-B758-9BDFBCD024DC}"/>
          </ac:spMkLst>
        </pc:spChg>
        <pc:spChg chg="mod">
          <ac:chgData name="Luis Jesús Herrero de Cos" userId="1a803f82-0012-431b-a368-6f3c9304e3f9" providerId="ADAL" clId="{ABB0C1D7-1709-4601-B0BC-DAC3D063385F}" dt="2022-11-21T10:08:17.918" v="6599" actId="20577"/>
          <ac:spMkLst>
            <pc:docMk/>
            <pc:sldMk cId="2703675128" sldId="356"/>
            <ac:spMk id="8194" creationId="{0883D276-C442-4D38-ABCA-5A556981B33D}"/>
          </ac:spMkLst>
        </pc:spChg>
        <pc:picChg chg="add del mod">
          <ac:chgData name="Luis Jesús Herrero de Cos" userId="1a803f82-0012-431b-a368-6f3c9304e3f9" providerId="ADAL" clId="{ABB0C1D7-1709-4601-B0BC-DAC3D063385F}" dt="2022-11-21T10:08:03.204" v="6596" actId="478"/>
          <ac:picMkLst>
            <pc:docMk/>
            <pc:sldMk cId="2703675128" sldId="356"/>
            <ac:picMk id="3" creationId="{025B4BF7-8C06-C8E9-CB0B-00C1B9D7C611}"/>
          </ac:picMkLst>
        </pc:picChg>
        <pc:picChg chg="del">
          <ac:chgData name="Luis Jesús Herrero de Cos" userId="1a803f82-0012-431b-a368-6f3c9304e3f9" providerId="ADAL" clId="{ABB0C1D7-1709-4601-B0BC-DAC3D063385F}" dt="2022-11-21T09:57:18.529" v="6390" actId="478"/>
          <ac:picMkLst>
            <pc:docMk/>
            <pc:sldMk cId="2703675128" sldId="356"/>
            <ac:picMk id="6" creationId="{4B59FB76-721B-73F4-DEDE-6CA40FE02FA4}"/>
          </ac:picMkLst>
        </pc:picChg>
        <pc:picChg chg="add mod">
          <ac:chgData name="Luis Jesús Herrero de Cos" userId="1a803f82-0012-431b-a368-6f3c9304e3f9" providerId="ADAL" clId="{ABB0C1D7-1709-4601-B0BC-DAC3D063385F}" dt="2022-11-21T10:08:13.151" v="6598" actId="14100"/>
          <ac:picMkLst>
            <pc:docMk/>
            <pc:sldMk cId="2703675128" sldId="356"/>
            <ac:picMk id="7" creationId="{14E22E17-ACA1-1282-FD07-FF482B16201D}"/>
          </ac:picMkLst>
        </pc:picChg>
      </pc:sldChg>
      <pc:sldChg chg="modSp add mod ord">
        <pc:chgData name="Luis Jesús Herrero de Cos" userId="1a803f82-0012-431b-a368-6f3c9304e3f9" providerId="ADAL" clId="{ABB0C1D7-1709-4601-B0BC-DAC3D063385F}" dt="2022-11-21T10:04:50.025" v="6515" actId="20577"/>
        <pc:sldMkLst>
          <pc:docMk/>
          <pc:sldMk cId="2714183167" sldId="357"/>
        </pc:sldMkLst>
        <pc:spChg chg="mod">
          <ac:chgData name="Luis Jesús Herrero de Cos" userId="1a803f82-0012-431b-a368-6f3c9304e3f9" providerId="ADAL" clId="{ABB0C1D7-1709-4601-B0BC-DAC3D063385F}" dt="2022-11-21T10:04:50.025" v="6515" actId="20577"/>
          <ac:spMkLst>
            <pc:docMk/>
            <pc:sldMk cId="2714183167" sldId="357"/>
            <ac:spMk id="8194" creationId="{0883D276-C442-4D38-ABCA-5A556981B33D}"/>
          </ac:spMkLst>
        </pc:spChg>
        <pc:picChg chg="mod">
          <ac:chgData name="Luis Jesús Herrero de Cos" userId="1a803f82-0012-431b-a368-6f3c9304e3f9" providerId="ADAL" clId="{ABB0C1D7-1709-4601-B0BC-DAC3D063385F}" dt="2022-11-21T10:03:39.034" v="6509" actId="1076"/>
          <ac:picMkLst>
            <pc:docMk/>
            <pc:sldMk cId="2714183167" sldId="357"/>
            <ac:picMk id="3" creationId="{025B4BF7-8C06-C8E9-CB0B-00C1B9D7C611}"/>
          </ac:picMkLst>
        </pc:picChg>
      </pc:sldChg>
    </pc:docChg>
  </pc:docChgLst>
  <pc:docChgLst>
    <pc:chgData name="Luis Jesús Herrero de Cos" userId="1a803f82-0012-431b-a368-6f3c9304e3f9" providerId="ADAL" clId="{75313E13-4E20-472D-97DC-4C44A88FB46E}"/>
    <pc:docChg chg="custSel delSld modSld">
      <pc:chgData name="Luis Jesús Herrero de Cos" userId="1a803f82-0012-431b-a368-6f3c9304e3f9" providerId="ADAL" clId="{75313E13-4E20-472D-97DC-4C44A88FB46E}" dt="2022-10-16T21:11:00.823" v="709" actId="20577"/>
      <pc:docMkLst>
        <pc:docMk/>
      </pc:docMkLst>
      <pc:sldChg chg="modSp mod">
        <pc:chgData name="Luis Jesús Herrero de Cos" userId="1a803f82-0012-431b-a368-6f3c9304e3f9" providerId="ADAL" clId="{75313E13-4E20-472D-97DC-4C44A88FB46E}" dt="2022-10-14T20:33:18.906" v="1" actId="20577"/>
        <pc:sldMkLst>
          <pc:docMk/>
          <pc:sldMk cId="0" sldId="256"/>
        </pc:sldMkLst>
        <pc:spChg chg="mod">
          <ac:chgData name="Luis Jesús Herrero de Cos" userId="1a803f82-0012-431b-a368-6f3c9304e3f9" providerId="ADAL" clId="{75313E13-4E20-472D-97DC-4C44A88FB46E}" dt="2022-10-14T20:33:18.906" v="1" actId="20577"/>
          <ac:spMkLst>
            <pc:docMk/>
            <pc:sldMk cId="0" sldId="256"/>
            <ac:spMk id="4099" creationId="{91D22E8D-03B7-4243-8A87-6B40E6C2D451}"/>
          </ac:spMkLst>
        </pc:spChg>
      </pc:sldChg>
      <pc:sldChg chg="del">
        <pc:chgData name="Luis Jesús Herrero de Cos" userId="1a803f82-0012-431b-a368-6f3c9304e3f9" providerId="ADAL" clId="{75313E13-4E20-472D-97DC-4C44A88FB46E}" dt="2022-10-14T20:35:26.596" v="3" actId="47"/>
        <pc:sldMkLst>
          <pc:docMk/>
          <pc:sldMk cId="0" sldId="288"/>
        </pc:sldMkLst>
      </pc:sldChg>
      <pc:sldChg chg="del">
        <pc:chgData name="Luis Jesús Herrero de Cos" userId="1a803f82-0012-431b-a368-6f3c9304e3f9" providerId="ADAL" clId="{75313E13-4E20-472D-97DC-4C44A88FB46E}" dt="2022-10-14T20:35:30.342" v="4" actId="47"/>
        <pc:sldMkLst>
          <pc:docMk/>
          <pc:sldMk cId="0" sldId="290"/>
        </pc:sldMkLst>
      </pc:sldChg>
      <pc:sldChg chg="modSp mod">
        <pc:chgData name="Luis Jesús Herrero de Cos" userId="1a803f82-0012-431b-a368-6f3c9304e3f9" providerId="ADAL" clId="{75313E13-4E20-472D-97DC-4C44A88FB46E}" dt="2022-10-14T20:35:45.750" v="6" actId="20577"/>
        <pc:sldMkLst>
          <pc:docMk/>
          <pc:sldMk cId="0" sldId="295"/>
        </pc:sldMkLst>
        <pc:spChg chg="mod">
          <ac:chgData name="Luis Jesús Herrero de Cos" userId="1a803f82-0012-431b-a368-6f3c9304e3f9" providerId="ADAL" clId="{75313E13-4E20-472D-97DC-4C44A88FB46E}" dt="2022-10-14T20:35:45.750" v="6" actId="20577"/>
          <ac:spMkLst>
            <pc:docMk/>
            <pc:sldMk cId="0" sldId="295"/>
            <ac:spMk id="42" creationId="{A47E673C-EC69-4B54-8BD6-29FB9C83F9AD}"/>
          </ac:spMkLst>
        </pc:spChg>
      </pc:sldChg>
      <pc:sldChg chg="modSp mod">
        <pc:chgData name="Luis Jesús Herrero de Cos" userId="1a803f82-0012-431b-a368-6f3c9304e3f9" providerId="ADAL" clId="{75313E13-4E20-472D-97DC-4C44A88FB46E}" dt="2022-10-16T20:49:52.320" v="362" actId="20577"/>
        <pc:sldMkLst>
          <pc:docMk/>
          <pc:sldMk cId="0" sldId="296"/>
        </pc:sldMkLst>
        <pc:spChg chg="mod">
          <ac:chgData name="Luis Jesús Herrero de Cos" userId="1a803f82-0012-431b-a368-6f3c9304e3f9" providerId="ADAL" clId="{75313E13-4E20-472D-97DC-4C44A88FB46E}" dt="2022-10-14T20:36:04.223" v="8" actId="20577"/>
          <ac:spMkLst>
            <pc:docMk/>
            <pc:sldMk cId="0" sldId="296"/>
            <ac:spMk id="6" creationId="{0EE13FB7-7B2E-4358-84E3-C0DEBFA4BB99}"/>
          </ac:spMkLst>
        </pc:spChg>
        <pc:spChg chg="mod">
          <ac:chgData name="Luis Jesús Herrero de Cos" userId="1a803f82-0012-431b-a368-6f3c9304e3f9" providerId="ADAL" clId="{75313E13-4E20-472D-97DC-4C44A88FB46E}" dt="2022-10-16T20:49:52.320" v="362" actId="20577"/>
          <ac:spMkLst>
            <pc:docMk/>
            <pc:sldMk cId="0" sldId="296"/>
            <ac:spMk id="18434" creationId="{70665C84-AB7E-4B28-B054-FF2BBD3F3431}"/>
          </ac:spMkLst>
        </pc:spChg>
      </pc:sldChg>
      <pc:sldChg chg="modSp mod">
        <pc:chgData name="Luis Jesús Herrero de Cos" userId="1a803f82-0012-431b-a368-6f3c9304e3f9" providerId="ADAL" clId="{75313E13-4E20-472D-97DC-4C44A88FB46E}" dt="2022-10-16T20:41:01.032" v="291" actId="20577"/>
        <pc:sldMkLst>
          <pc:docMk/>
          <pc:sldMk cId="0" sldId="297"/>
        </pc:sldMkLst>
        <pc:spChg chg="mod">
          <ac:chgData name="Luis Jesús Herrero de Cos" userId="1a803f82-0012-431b-a368-6f3c9304e3f9" providerId="ADAL" clId="{75313E13-4E20-472D-97DC-4C44A88FB46E}" dt="2022-10-16T20:41:01.032" v="291" actId="20577"/>
          <ac:spMkLst>
            <pc:docMk/>
            <pc:sldMk cId="0" sldId="297"/>
            <ac:spMk id="19458" creationId="{8793C4A2-45B2-42C7-9430-4A34D4FA0060}"/>
          </ac:spMkLst>
        </pc:spChg>
      </pc:sldChg>
      <pc:sldChg chg="modSp mod">
        <pc:chgData name="Luis Jesús Herrero de Cos" userId="1a803f82-0012-431b-a368-6f3c9304e3f9" providerId="ADAL" clId="{75313E13-4E20-472D-97DC-4C44A88FB46E}" dt="2022-10-14T20:34:15.058" v="2" actId="6549"/>
        <pc:sldMkLst>
          <pc:docMk/>
          <pc:sldMk cId="0" sldId="334"/>
        </pc:sldMkLst>
        <pc:spChg chg="mod">
          <ac:chgData name="Luis Jesús Herrero de Cos" userId="1a803f82-0012-431b-a368-6f3c9304e3f9" providerId="ADAL" clId="{75313E13-4E20-472D-97DC-4C44A88FB46E}" dt="2022-10-14T20:34:15.058" v="2" actId="6549"/>
          <ac:spMkLst>
            <pc:docMk/>
            <pc:sldMk cId="0" sldId="334"/>
            <ac:spMk id="8194" creationId="{0883D276-C442-4D38-ABCA-5A556981B33D}"/>
          </ac:spMkLst>
        </pc:spChg>
      </pc:sldChg>
      <pc:sldChg chg="modSp mod">
        <pc:chgData name="Luis Jesús Herrero de Cos" userId="1a803f82-0012-431b-a368-6f3c9304e3f9" providerId="ADAL" clId="{75313E13-4E20-472D-97DC-4C44A88FB46E}" dt="2022-10-16T20:50:47.665" v="425" actId="20577"/>
        <pc:sldMkLst>
          <pc:docMk/>
          <pc:sldMk cId="0" sldId="335"/>
        </pc:sldMkLst>
        <pc:spChg chg="mod">
          <ac:chgData name="Luis Jesús Herrero de Cos" userId="1a803f82-0012-431b-a368-6f3c9304e3f9" providerId="ADAL" clId="{75313E13-4E20-472D-97DC-4C44A88FB46E}" dt="2022-10-16T20:50:47.665" v="425" actId="20577"/>
          <ac:spMkLst>
            <pc:docMk/>
            <pc:sldMk cId="0" sldId="335"/>
            <ac:spMk id="19458" creationId="{8793C4A2-45B2-42C7-9430-4A34D4FA0060}"/>
          </ac:spMkLst>
        </pc:spChg>
      </pc:sldChg>
      <pc:sldChg chg="modSp mod">
        <pc:chgData name="Luis Jesús Herrero de Cos" userId="1a803f82-0012-431b-a368-6f3c9304e3f9" providerId="ADAL" clId="{75313E13-4E20-472D-97DC-4C44A88FB46E}" dt="2022-10-16T20:47:28.692" v="307" actId="20577"/>
        <pc:sldMkLst>
          <pc:docMk/>
          <pc:sldMk cId="0" sldId="336"/>
        </pc:sldMkLst>
        <pc:spChg chg="mod">
          <ac:chgData name="Luis Jesús Herrero de Cos" userId="1a803f82-0012-431b-a368-6f3c9304e3f9" providerId="ADAL" clId="{75313E13-4E20-472D-97DC-4C44A88FB46E}" dt="2022-10-16T20:47:28.692" v="307" actId="20577"/>
          <ac:spMkLst>
            <pc:docMk/>
            <pc:sldMk cId="0" sldId="336"/>
            <ac:spMk id="19458" creationId="{8793C4A2-45B2-42C7-9430-4A34D4FA0060}"/>
          </ac:spMkLst>
        </pc:spChg>
      </pc:sldChg>
      <pc:sldChg chg="modSp mod">
        <pc:chgData name="Luis Jesús Herrero de Cos" userId="1a803f82-0012-431b-a368-6f3c9304e3f9" providerId="ADAL" clId="{75313E13-4E20-472D-97DC-4C44A88FB46E}" dt="2022-10-16T20:52:10.073" v="504" actId="20577"/>
        <pc:sldMkLst>
          <pc:docMk/>
          <pc:sldMk cId="0" sldId="337"/>
        </pc:sldMkLst>
        <pc:spChg chg="mod">
          <ac:chgData name="Luis Jesús Herrero de Cos" userId="1a803f82-0012-431b-a368-6f3c9304e3f9" providerId="ADAL" clId="{75313E13-4E20-472D-97DC-4C44A88FB46E}" dt="2022-10-16T20:52:10.073" v="504" actId="20577"/>
          <ac:spMkLst>
            <pc:docMk/>
            <pc:sldMk cId="0" sldId="337"/>
            <ac:spMk id="19458" creationId="{8793C4A2-45B2-42C7-9430-4A34D4FA0060}"/>
          </ac:spMkLst>
        </pc:spChg>
      </pc:sldChg>
      <pc:sldChg chg="modSp mod">
        <pc:chgData name="Luis Jesús Herrero de Cos" userId="1a803f82-0012-431b-a368-6f3c9304e3f9" providerId="ADAL" clId="{75313E13-4E20-472D-97DC-4C44A88FB46E}" dt="2022-10-16T20:54:18.888" v="557"/>
        <pc:sldMkLst>
          <pc:docMk/>
          <pc:sldMk cId="0" sldId="339"/>
        </pc:sldMkLst>
        <pc:spChg chg="mod">
          <ac:chgData name="Luis Jesús Herrero de Cos" userId="1a803f82-0012-431b-a368-6f3c9304e3f9" providerId="ADAL" clId="{75313E13-4E20-472D-97DC-4C44A88FB46E}" dt="2022-10-16T20:54:18.888" v="557"/>
          <ac:spMkLst>
            <pc:docMk/>
            <pc:sldMk cId="0" sldId="339"/>
            <ac:spMk id="24578" creationId="{2080EB36-6D86-45E7-8C60-DDF3910130CF}"/>
          </ac:spMkLst>
        </pc:spChg>
      </pc:sldChg>
      <pc:sldChg chg="modSp mod">
        <pc:chgData name="Luis Jesús Herrero de Cos" userId="1a803f82-0012-431b-a368-6f3c9304e3f9" providerId="ADAL" clId="{75313E13-4E20-472D-97DC-4C44A88FB46E}" dt="2022-10-16T21:11:00.823" v="709" actId="20577"/>
        <pc:sldMkLst>
          <pc:docMk/>
          <pc:sldMk cId="0" sldId="340"/>
        </pc:sldMkLst>
        <pc:spChg chg="mod">
          <ac:chgData name="Luis Jesús Herrero de Cos" userId="1a803f82-0012-431b-a368-6f3c9304e3f9" providerId="ADAL" clId="{75313E13-4E20-472D-97DC-4C44A88FB46E}" dt="2022-10-16T21:11:00.823" v="709" actId="20577"/>
          <ac:spMkLst>
            <pc:docMk/>
            <pc:sldMk cId="0" sldId="340"/>
            <ac:spMk id="25602" creationId="{AC2D6FBE-1FF4-4AA7-AD8C-3CBDB7530001}"/>
          </ac:spMkLst>
        </pc:spChg>
      </pc:sldChg>
      <pc:sldChg chg="modSp mod">
        <pc:chgData name="Luis Jesús Herrero de Cos" userId="1a803f82-0012-431b-a368-6f3c9304e3f9" providerId="ADAL" clId="{75313E13-4E20-472D-97DC-4C44A88FB46E}" dt="2022-10-16T21:08:43.732" v="708" actId="20577"/>
        <pc:sldMkLst>
          <pc:docMk/>
          <pc:sldMk cId="0" sldId="341"/>
        </pc:sldMkLst>
        <pc:spChg chg="mod">
          <ac:chgData name="Luis Jesús Herrero de Cos" userId="1a803f82-0012-431b-a368-6f3c9304e3f9" providerId="ADAL" clId="{75313E13-4E20-472D-97DC-4C44A88FB46E}" dt="2022-10-16T21:08:43.732" v="708" actId="20577"/>
          <ac:spMkLst>
            <pc:docMk/>
            <pc:sldMk cId="0" sldId="341"/>
            <ac:spMk id="26626" creationId="{C85DEA89-E797-485F-A337-642AE7E533D5}"/>
          </ac:spMkLst>
        </pc:spChg>
      </pc:sldChg>
      <pc:sldChg chg="del">
        <pc:chgData name="Luis Jesús Herrero de Cos" userId="1a803f82-0012-431b-a368-6f3c9304e3f9" providerId="ADAL" clId="{75313E13-4E20-472D-97DC-4C44A88FB46E}" dt="2022-10-14T20:45:57.540" v="269" actId="47"/>
        <pc:sldMkLst>
          <pc:docMk/>
          <pc:sldMk cId="879704480" sldId="342"/>
        </pc:sldMkLst>
      </pc:sldChg>
    </pc:docChg>
  </pc:docChgLst>
  <pc:docChgLst>
    <pc:chgData name="Luis Jesús Herrero de Cos" userId="1a803f82-0012-431b-a368-6f3c9304e3f9" providerId="ADAL" clId="{ADE6B0F4-8343-4B8E-B4D0-6021539619C4}"/>
    <pc:docChg chg="modSld">
      <pc:chgData name="Luis Jesús Herrero de Cos" userId="1a803f82-0012-431b-a368-6f3c9304e3f9" providerId="ADAL" clId="{ADE6B0F4-8343-4B8E-B4D0-6021539619C4}" dt="2022-11-28T10:33:07.294" v="1" actId="20577"/>
      <pc:docMkLst>
        <pc:docMk/>
      </pc:docMkLst>
      <pc:sldChg chg="modSp mod">
        <pc:chgData name="Luis Jesús Herrero de Cos" userId="1a803f82-0012-431b-a368-6f3c9304e3f9" providerId="ADAL" clId="{ADE6B0F4-8343-4B8E-B4D0-6021539619C4}" dt="2022-11-28T10:33:07.294" v="1" actId="20577"/>
        <pc:sldMkLst>
          <pc:docMk/>
          <pc:sldMk cId="0" sldId="333"/>
        </pc:sldMkLst>
        <pc:spChg chg="mod">
          <ac:chgData name="Luis Jesús Herrero de Cos" userId="1a803f82-0012-431b-a368-6f3c9304e3f9" providerId="ADAL" clId="{ADE6B0F4-8343-4B8E-B4D0-6021539619C4}" dt="2022-11-28T10:33:07.294" v="1" actId="20577"/>
          <ac:spMkLst>
            <pc:docMk/>
            <pc:sldMk cId="0" sldId="333"/>
            <ac:spMk id="4" creationId="{9041D36B-4DD9-4565-B758-9BDFBCD024D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4" name="Rectangle 1">
            <a:extLst>
              <a:ext uri="{FF2B5EF4-FFF2-40B4-BE49-F238E27FC236}">
                <a16:creationId xmlns:a16="http://schemas.microsoft.com/office/drawing/2014/main" id="{4364B30C-A6E0-4E29-A4D8-91094A1D1FB5}"/>
              </a:ext>
            </a:extLst>
          </p:cNvPr>
          <p:cNvSpPr>
            <a:spLocks noGrp="1" noRot="1" noChangeAspect="1" noChangeArrowheads="1"/>
          </p:cNvSpPr>
          <p:nvPr>
            <p:ph type="sldImg"/>
          </p:nvPr>
        </p:nvSpPr>
        <p:spPr bwMode="auto">
          <a:xfrm>
            <a:off x="1106488" y="812800"/>
            <a:ext cx="5343525"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
        <p:nvSpPr>
          <p:cNvPr id="2" name="Rectangle 2">
            <a:extLst>
              <a:ext uri="{FF2B5EF4-FFF2-40B4-BE49-F238E27FC236}">
                <a16:creationId xmlns:a16="http://schemas.microsoft.com/office/drawing/2014/main" id="{8FAA19A9-103D-4C26-B2D9-0EBF4CD1398F}"/>
              </a:ext>
            </a:extLst>
          </p:cNvPr>
          <p:cNvSpPr>
            <a:spLocks noGrp="1" noChangeArrowheads="1"/>
          </p:cNvSpPr>
          <p:nvPr>
            <p:ph type="body"/>
          </p:nvPr>
        </p:nvSpPr>
        <p:spPr bwMode="auto">
          <a:xfrm>
            <a:off x="755650" y="5078413"/>
            <a:ext cx="6046788" cy="4810125"/>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p>
            <a:pPr lvl="0"/>
            <a:endParaRPr lang="es-ES" noProof="0"/>
          </a:p>
        </p:txBody>
      </p:sp>
      <p:sp>
        <p:nvSpPr>
          <p:cNvPr id="3075" name="Rectangle 3">
            <a:extLst>
              <a:ext uri="{FF2B5EF4-FFF2-40B4-BE49-F238E27FC236}">
                <a16:creationId xmlns:a16="http://schemas.microsoft.com/office/drawing/2014/main" id="{5CB25B88-7F1B-4117-AA55-81BAF158F49C}"/>
              </a:ext>
            </a:extLst>
          </p:cNvPr>
          <p:cNvSpPr>
            <a:spLocks noGrp="1" noChangeArrowheads="1"/>
          </p:cNvSpPr>
          <p:nvPr>
            <p:ph type="hdr"/>
          </p:nvPr>
        </p:nvSpPr>
        <p:spPr bwMode="auto">
          <a:xfrm>
            <a:off x="0" y="0"/>
            <a:ext cx="3279775" cy="533400"/>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lvl1pP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cs typeface="Arial Unicode MS" charset="0"/>
              </a:defRPr>
            </a:lvl1pPr>
          </a:lstStyle>
          <a:p>
            <a:pPr>
              <a:defRPr/>
            </a:pPr>
            <a:endParaRPr lang="es-ES"/>
          </a:p>
        </p:txBody>
      </p:sp>
      <p:sp>
        <p:nvSpPr>
          <p:cNvPr id="3076" name="Rectangle 4">
            <a:extLst>
              <a:ext uri="{FF2B5EF4-FFF2-40B4-BE49-F238E27FC236}">
                <a16:creationId xmlns:a16="http://schemas.microsoft.com/office/drawing/2014/main" id="{2ED869A8-85E0-48F4-B2FE-8A635E67362C}"/>
              </a:ext>
            </a:extLst>
          </p:cNvPr>
          <p:cNvSpPr>
            <a:spLocks noGrp="1" noChangeArrowheads="1"/>
          </p:cNvSpPr>
          <p:nvPr>
            <p:ph type="dt"/>
          </p:nvPr>
        </p:nvSpPr>
        <p:spPr bwMode="auto">
          <a:xfrm>
            <a:off x="4278313" y="0"/>
            <a:ext cx="3279775" cy="533400"/>
          </a:xfrm>
          <a:prstGeom prst="rect">
            <a:avLst/>
          </a:prstGeom>
          <a:noFill/>
          <a:ln w="9525" cap="flat">
            <a:noFill/>
            <a:round/>
            <a:headEnd/>
            <a:tailEnd/>
          </a:ln>
          <a:effectLst/>
        </p:spPr>
        <p:txBody>
          <a:bodyPr vert="horz" wrap="square" lIns="0" tIns="0" rIns="0" bIns="0" numCol="1" anchor="t" anchorCtr="0" compatLnSpc="1">
            <a:prstTxWarp prst="textNoShape">
              <a:avLst/>
            </a:prstTxWarp>
          </a:bodyPr>
          <a:lstStyle>
            <a:lvl1pPr algn="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cs typeface="Arial Unicode MS" charset="0"/>
              </a:defRPr>
            </a:lvl1pPr>
          </a:lstStyle>
          <a:p>
            <a:pPr>
              <a:defRPr/>
            </a:pPr>
            <a:endParaRPr lang="es-ES"/>
          </a:p>
        </p:txBody>
      </p:sp>
      <p:sp>
        <p:nvSpPr>
          <p:cNvPr id="3077" name="Rectangle 5">
            <a:extLst>
              <a:ext uri="{FF2B5EF4-FFF2-40B4-BE49-F238E27FC236}">
                <a16:creationId xmlns:a16="http://schemas.microsoft.com/office/drawing/2014/main" id="{12E34B4C-E340-4643-9D6F-9EF54143E99C}"/>
              </a:ext>
            </a:extLst>
          </p:cNvPr>
          <p:cNvSpPr>
            <a:spLocks noGrp="1" noChangeArrowheads="1"/>
          </p:cNvSpPr>
          <p:nvPr>
            <p:ph type="ftr"/>
          </p:nvPr>
        </p:nvSpPr>
        <p:spPr bwMode="auto">
          <a:xfrm>
            <a:off x="0" y="10156825"/>
            <a:ext cx="3279775" cy="533400"/>
          </a:xfrm>
          <a:prstGeom prst="rect">
            <a:avLst/>
          </a:prstGeom>
          <a:noFill/>
          <a:ln w="9525" cap="flat">
            <a:noFill/>
            <a:round/>
            <a:headEnd/>
            <a:tailEnd/>
          </a:ln>
          <a:effectLst/>
        </p:spPr>
        <p:txBody>
          <a:bodyPr vert="horz" wrap="square" lIns="0" tIns="0" rIns="0" bIns="0" numCol="1" anchor="b" anchorCtr="0" compatLnSpc="1">
            <a:prstTxWarp prst="textNoShape">
              <a:avLst/>
            </a:prstTxWarp>
          </a:bodyPr>
          <a:lstStyle>
            <a:lvl1pPr eaLnBrk="1">
              <a:lnSpc>
                <a:spcPct val="95000"/>
              </a:lnSpc>
              <a:buClr>
                <a:srgbClr val="000000"/>
              </a:buClr>
              <a:buSzPct val="100000"/>
              <a:buFont typeface="Times New Roman" pitchFamily="16" charset="0"/>
              <a:buNone/>
              <a:tabLst>
                <a:tab pos="723900" algn="l"/>
                <a:tab pos="1447800" algn="l"/>
                <a:tab pos="2171700" algn="l"/>
                <a:tab pos="2895600" algn="l"/>
              </a:tabLst>
              <a:defRPr sz="1400">
                <a:solidFill>
                  <a:srgbClr val="000000"/>
                </a:solidFill>
                <a:latin typeface="Times New Roman" pitchFamily="16" charset="0"/>
                <a:ea typeface="Microsoft YaHei" charset="-122"/>
                <a:cs typeface="Arial Unicode MS" charset="0"/>
              </a:defRPr>
            </a:lvl1pPr>
          </a:lstStyle>
          <a:p>
            <a:pPr>
              <a:defRPr/>
            </a:pPr>
            <a:endParaRPr lang="es-ES"/>
          </a:p>
        </p:txBody>
      </p:sp>
      <p:sp>
        <p:nvSpPr>
          <p:cNvPr id="3078" name="Rectangle 6">
            <a:extLst>
              <a:ext uri="{FF2B5EF4-FFF2-40B4-BE49-F238E27FC236}">
                <a16:creationId xmlns:a16="http://schemas.microsoft.com/office/drawing/2014/main" id="{D6737C03-C839-4B56-A0BC-73361C8905E7}"/>
              </a:ext>
            </a:extLst>
          </p:cNvPr>
          <p:cNvSpPr>
            <a:spLocks noGrp="1" noChangeArrowheads="1"/>
          </p:cNvSpPr>
          <p:nvPr>
            <p:ph type="sldNum"/>
          </p:nvPr>
        </p:nvSpPr>
        <p:spPr bwMode="auto">
          <a:xfrm>
            <a:off x="4278313" y="10156825"/>
            <a:ext cx="3279775" cy="533400"/>
          </a:xfrm>
          <a:prstGeom prst="rect">
            <a:avLst/>
          </a:prstGeom>
          <a:noFill/>
          <a:ln w="9525" cap="flat">
            <a:noFill/>
            <a:round/>
            <a:headEnd/>
            <a:tailEnd/>
          </a:ln>
          <a:effectLst/>
        </p:spPr>
        <p:txBody>
          <a:bodyPr vert="horz" wrap="square" lIns="0" tIns="0" rIns="0" bIns="0" numCol="1" anchor="b" anchorCtr="0" compatLnSpc="1">
            <a:prstTxWarp prst="textNoShape">
              <a:avLst/>
            </a:prstTxWarp>
          </a:bodyPr>
          <a:lstStyle>
            <a:lvl1pPr algn="r" eaLnBrk="1">
              <a:lnSpc>
                <a:spcPct val="95000"/>
              </a:lnSpc>
              <a:buClr>
                <a:srgbClr val="000000"/>
              </a:buClr>
              <a:buSzPct val="100000"/>
              <a:buFont typeface="Times New Roman" panose="02020603050405020304" pitchFamily="18" charset="0"/>
              <a:buNone/>
              <a:tabLst>
                <a:tab pos="723900" algn="l"/>
                <a:tab pos="1447800" algn="l"/>
                <a:tab pos="2171700" algn="l"/>
                <a:tab pos="2895600" algn="l"/>
              </a:tabLst>
              <a:defRPr sz="1400">
                <a:solidFill>
                  <a:srgbClr val="000000"/>
                </a:solidFill>
                <a:latin typeface="Times New Roman" panose="02020603050405020304" pitchFamily="18" charset="0"/>
                <a:cs typeface="Arial Unicode MS" charset="0"/>
              </a:defRPr>
            </a:lvl1pPr>
          </a:lstStyle>
          <a:p>
            <a:pPr>
              <a:defRPr/>
            </a:pPr>
            <a:fld id="{DA796CB5-3009-46D9-9972-61E720AE385C}" type="slidenum">
              <a:rPr lang="es-ES" altLang="es-ES"/>
              <a:pPr>
                <a:defRPr/>
              </a:pPr>
              <a:t>‹Nº›</a:t>
            </a:fld>
            <a:endParaRPr lang="es-ES" altLang="es-E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6">
            <a:extLst>
              <a:ext uri="{FF2B5EF4-FFF2-40B4-BE49-F238E27FC236}">
                <a16:creationId xmlns:a16="http://schemas.microsoft.com/office/drawing/2014/main" id="{B0978449-E4E5-497E-9A52-ADAA1AC83D2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38C48950-874F-4EDE-8855-5B9FCEA0EBF9}" type="slidenum">
              <a:rPr lang="es-ES" altLang="es-ES" sz="1400" smtClean="0">
                <a:cs typeface="Arial Unicode MS"/>
              </a:rPr>
              <a:pPr>
                <a:spcBef>
                  <a:spcPct val="0"/>
                </a:spcBef>
              </a:pPr>
              <a:t>1</a:t>
            </a:fld>
            <a:endParaRPr lang="es-ES" altLang="es-ES" sz="1400">
              <a:cs typeface="Arial Unicode MS"/>
            </a:endParaRPr>
          </a:p>
        </p:txBody>
      </p:sp>
      <p:sp>
        <p:nvSpPr>
          <p:cNvPr id="5123" name="Rectangle 1">
            <a:extLst>
              <a:ext uri="{FF2B5EF4-FFF2-40B4-BE49-F238E27FC236}">
                <a16:creationId xmlns:a16="http://schemas.microsoft.com/office/drawing/2014/main" id="{7A1FE627-1421-4011-872A-9B7E62FD5D86}"/>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5124" name="Rectangle 2">
            <a:extLst>
              <a:ext uri="{FF2B5EF4-FFF2-40B4-BE49-F238E27FC236}">
                <a16:creationId xmlns:a16="http://schemas.microsoft.com/office/drawing/2014/main" id="{6483374A-6949-4D3F-B03F-CE4F7D4C79FA}"/>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D2521701-C2EA-4A87-B1C4-3754A578E05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B1A7E76A-9547-4A26-83EA-D4DAE400335E}" type="slidenum">
              <a:rPr lang="es-ES" altLang="es-ES" sz="1400" smtClean="0">
                <a:cs typeface="Arial Unicode MS"/>
              </a:rPr>
              <a:pPr>
                <a:spcBef>
                  <a:spcPct val="0"/>
                </a:spcBef>
              </a:pPr>
              <a:t>2</a:t>
            </a:fld>
            <a:endParaRPr lang="es-ES" altLang="es-ES" sz="1400">
              <a:cs typeface="Arial Unicode MS"/>
            </a:endParaRPr>
          </a:p>
        </p:txBody>
      </p:sp>
      <p:sp>
        <p:nvSpPr>
          <p:cNvPr id="7171" name="Rectangle 1">
            <a:extLst>
              <a:ext uri="{FF2B5EF4-FFF2-40B4-BE49-F238E27FC236}">
                <a16:creationId xmlns:a16="http://schemas.microsoft.com/office/drawing/2014/main" id="{A015CD93-1A5A-4B4C-A65C-922B66DD1304}"/>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7172" name="Rectangle 2">
            <a:extLst>
              <a:ext uri="{FF2B5EF4-FFF2-40B4-BE49-F238E27FC236}">
                <a16:creationId xmlns:a16="http://schemas.microsoft.com/office/drawing/2014/main" id="{09A17A96-3F01-4512-873D-9C80F8857A08}"/>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3</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4</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346767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5</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3894442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6</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650860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7</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39641104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8</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37077199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9</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4012081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10</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679224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11</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1100226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12</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2161420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13</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11847833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14</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1990791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15</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38507492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16</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4171697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17</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1812347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18</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1835599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65E5ADC0-4EA9-428F-A568-01512384986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pPr>
            <a:fld id="{2B1C99FA-9260-4BE7-AC74-B700C88F066D}" type="slidenum">
              <a:rPr lang="es-ES" altLang="es-ES" sz="1400" smtClean="0">
                <a:cs typeface="Arial Unicode MS"/>
              </a:rPr>
              <a:pPr>
                <a:spcBef>
                  <a:spcPct val="0"/>
                </a:spcBef>
              </a:pPr>
              <a:t>19</a:t>
            </a:fld>
            <a:endParaRPr lang="es-ES" altLang="es-ES" sz="1400">
              <a:cs typeface="Arial Unicode MS"/>
            </a:endParaRPr>
          </a:p>
        </p:txBody>
      </p:sp>
      <p:sp>
        <p:nvSpPr>
          <p:cNvPr id="9219" name="Rectangle 1">
            <a:extLst>
              <a:ext uri="{FF2B5EF4-FFF2-40B4-BE49-F238E27FC236}">
                <a16:creationId xmlns:a16="http://schemas.microsoft.com/office/drawing/2014/main" id="{B3E351C2-DF70-40D8-9DF5-DBB3D93C14DF}"/>
              </a:ext>
            </a:extLst>
          </p:cNvPr>
          <p:cNvSpPr>
            <a:spLocks noGrp="1" noRot="1" noChangeAspect="1" noChangeArrowheads="1" noTextEdit="1"/>
          </p:cNvSpPr>
          <p:nvPr>
            <p:ph type="sldImg"/>
          </p:nvPr>
        </p:nvSpPr>
        <p:spPr>
          <a:xfrm>
            <a:off x="1106488" y="812800"/>
            <a:ext cx="5345112" cy="4008438"/>
          </a:xfrm>
          <a:solidFill>
            <a:srgbClr val="FFFFFF"/>
          </a:solidFill>
          <a:ln>
            <a:solidFill>
              <a:srgbClr val="000000"/>
            </a:solidFill>
            <a:miter lim="800000"/>
            <a:headEnd/>
            <a:tailEnd/>
          </a:ln>
        </p:spPr>
      </p:sp>
      <p:sp>
        <p:nvSpPr>
          <p:cNvPr id="9220" name="Rectangle 2">
            <a:extLst>
              <a:ext uri="{FF2B5EF4-FFF2-40B4-BE49-F238E27FC236}">
                <a16:creationId xmlns:a16="http://schemas.microsoft.com/office/drawing/2014/main" id="{BC3E570D-DC13-408F-8CCD-C4F9DA0A155C}"/>
              </a:ext>
            </a:extLst>
          </p:cNvPr>
          <p:cNvSpPr>
            <a:spLocks noGrp="1" noChangeArrowheads="1"/>
          </p:cNvSpPr>
          <p:nvPr>
            <p:ph type="body" idx="1"/>
          </p:nvPr>
        </p:nvSpPr>
        <p:spPr>
          <a:xfrm>
            <a:off x="755650" y="5078413"/>
            <a:ext cx="6048375" cy="48117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s-ES" altLang="es-ES">
              <a:latin typeface="Times New Roman" panose="02020603050405020304" pitchFamily="18" charset="0"/>
            </a:endParaRPr>
          </a:p>
        </p:txBody>
      </p:sp>
    </p:spTree>
    <p:extLst>
      <p:ext uri="{BB962C8B-B14F-4D97-AF65-F5344CB8AC3E}">
        <p14:creationId xmlns:p14="http://schemas.microsoft.com/office/powerpoint/2010/main" val="288338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Rectangle 2">
            <a:extLst>
              <a:ext uri="{FF2B5EF4-FFF2-40B4-BE49-F238E27FC236}">
                <a16:creationId xmlns:a16="http://schemas.microsoft.com/office/drawing/2014/main" id="{A6DE48E4-EAC1-462A-A54F-ED189979B208}"/>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F3E46313-D0C1-4004-BA2B-F1E9A820887E}"/>
              </a:ext>
            </a:extLst>
          </p:cNvPr>
          <p:cNvSpPr>
            <a:spLocks noGrp="1" noChangeArrowheads="1"/>
          </p:cNvSpPr>
          <p:nvPr>
            <p:ph type="sldNum" idx="11"/>
          </p:nvPr>
        </p:nvSpPr>
        <p:spPr>
          <a:ln/>
        </p:spPr>
        <p:txBody>
          <a:bodyPr/>
          <a:lstStyle>
            <a:lvl1pPr>
              <a:defRPr/>
            </a:lvl1pPr>
          </a:lstStyle>
          <a:p>
            <a:pPr>
              <a:defRPr/>
            </a:pPr>
            <a:fld id="{9DCF48B6-B3A5-4705-80B0-8200F3166CD8}" type="slidenum">
              <a:rPr lang="es-ES" altLang="es-ES"/>
              <a:pPr>
                <a:defRPr/>
              </a:pPr>
              <a:t>‹Nº›</a:t>
            </a:fld>
            <a:endParaRPr lang="es-ES" altLang="es-ES"/>
          </a:p>
        </p:txBody>
      </p:sp>
    </p:spTree>
    <p:extLst>
      <p:ext uri="{BB962C8B-B14F-4D97-AF65-F5344CB8AC3E}">
        <p14:creationId xmlns:p14="http://schemas.microsoft.com/office/powerpoint/2010/main" val="604167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2">
            <a:extLst>
              <a:ext uri="{FF2B5EF4-FFF2-40B4-BE49-F238E27FC236}">
                <a16:creationId xmlns:a16="http://schemas.microsoft.com/office/drawing/2014/main" id="{22F5DFA4-E7F0-4FA5-B315-41DFD5A213FE}"/>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C32C01D2-CB58-40FF-8D2F-FDFC9BA01C0D}"/>
              </a:ext>
            </a:extLst>
          </p:cNvPr>
          <p:cNvSpPr>
            <a:spLocks noGrp="1" noChangeArrowheads="1"/>
          </p:cNvSpPr>
          <p:nvPr>
            <p:ph type="sldNum" idx="11"/>
          </p:nvPr>
        </p:nvSpPr>
        <p:spPr>
          <a:ln/>
        </p:spPr>
        <p:txBody>
          <a:bodyPr/>
          <a:lstStyle>
            <a:lvl1pPr>
              <a:defRPr/>
            </a:lvl1pPr>
          </a:lstStyle>
          <a:p>
            <a:pPr>
              <a:defRPr/>
            </a:pPr>
            <a:fld id="{295D332D-FAE6-433F-A309-D7388CC0CFAF}" type="slidenum">
              <a:rPr lang="es-ES" altLang="es-ES"/>
              <a:pPr>
                <a:defRPr/>
              </a:pPr>
              <a:t>‹Nº›</a:t>
            </a:fld>
            <a:endParaRPr lang="es-ES" altLang="es-ES"/>
          </a:p>
        </p:txBody>
      </p:sp>
    </p:spTree>
    <p:extLst>
      <p:ext uri="{BB962C8B-B14F-4D97-AF65-F5344CB8AC3E}">
        <p14:creationId xmlns:p14="http://schemas.microsoft.com/office/powerpoint/2010/main" val="3748032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2">
            <a:extLst>
              <a:ext uri="{FF2B5EF4-FFF2-40B4-BE49-F238E27FC236}">
                <a16:creationId xmlns:a16="http://schemas.microsoft.com/office/drawing/2014/main" id="{176D2F39-BC42-40C6-BBCB-57DC1B0B4FC1}"/>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D3C61FC0-FB8C-4732-815F-3D538C47630F}"/>
              </a:ext>
            </a:extLst>
          </p:cNvPr>
          <p:cNvSpPr>
            <a:spLocks noGrp="1" noChangeArrowheads="1"/>
          </p:cNvSpPr>
          <p:nvPr>
            <p:ph type="sldNum" idx="11"/>
          </p:nvPr>
        </p:nvSpPr>
        <p:spPr>
          <a:ln/>
        </p:spPr>
        <p:txBody>
          <a:bodyPr/>
          <a:lstStyle>
            <a:lvl1pPr>
              <a:defRPr/>
            </a:lvl1pPr>
          </a:lstStyle>
          <a:p>
            <a:pPr>
              <a:defRPr/>
            </a:pPr>
            <a:fld id="{C7AA4E2E-A53B-48FE-B475-3606FD79E581}" type="slidenum">
              <a:rPr lang="es-ES" altLang="es-ES"/>
              <a:pPr>
                <a:defRPr/>
              </a:pPr>
              <a:t>‹Nº›</a:t>
            </a:fld>
            <a:endParaRPr lang="es-ES" altLang="es-ES"/>
          </a:p>
        </p:txBody>
      </p:sp>
    </p:spTree>
    <p:extLst>
      <p:ext uri="{BB962C8B-B14F-4D97-AF65-F5344CB8AC3E}">
        <p14:creationId xmlns:p14="http://schemas.microsoft.com/office/powerpoint/2010/main" val="455018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4963"/>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6613" y="1604963"/>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2">
            <a:extLst>
              <a:ext uri="{FF2B5EF4-FFF2-40B4-BE49-F238E27FC236}">
                <a16:creationId xmlns:a16="http://schemas.microsoft.com/office/drawing/2014/main" id="{81EF088C-9088-4430-B451-FFAEFE0F74AE}"/>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4">
            <a:extLst>
              <a:ext uri="{FF2B5EF4-FFF2-40B4-BE49-F238E27FC236}">
                <a16:creationId xmlns:a16="http://schemas.microsoft.com/office/drawing/2014/main" id="{7E52FA2D-38CF-44CD-9945-F393547F941D}"/>
              </a:ext>
            </a:extLst>
          </p:cNvPr>
          <p:cNvSpPr>
            <a:spLocks noGrp="1" noChangeArrowheads="1"/>
          </p:cNvSpPr>
          <p:nvPr>
            <p:ph type="sldNum" idx="11"/>
          </p:nvPr>
        </p:nvSpPr>
        <p:spPr>
          <a:ln/>
        </p:spPr>
        <p:txBody>
          <a:bodyPr/>
          <a:lstStyle>
            <a:lvl1pPr>
              <a:defRPr/>
            </a:lvl1pPr>
          </a:lstStyle>
          <a:p>
            <a:pPr>
              <a:defRPr/>
            </a:pPr>
            <a:fld id="{05BC9014-89A9-4628-84F7-209EB18A548D}" type="slidenum">
              <a:rPr lang="es-ES" altLang="es-ES"/>
              <a:pPr>
                <a:defRPr/>
              </a:pPr>
              <a:t>‹Nº›</a:t>
            </a:fld>
            <a:endParaRPr lang="es-ES" altLang="es-ES"/>
          </a:p>
        </p:txBody>
      </p:sp>
    </p:spTree>
    <p:extLst>
      <p:ext uri="{BB962C8B-B14F-4D97-AF65-F5344CB8AC3E}">
        <p14:creationId xmlns:p14="http://schemas.microsoft.com/office/powerpoint/2010/main" val="4066373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2">
            <a:extLst>
              <a:ext uri="{FF2B5EF4-FFF2-40B4-BE49-F238E27FC236}">
                <a16:creationId xmlns:a16="http://schemas.microsoft.com/office/drawing/2014/main" id="{9A814714-29E1-49F0-ADBC-F5CBB217733A}"/>
              </a:ext>
            </a:extLst>
          </p:cNvPr>
          <p:cNvSpPr>
            <a:spLocks noGrp="1" noChangeArrowheads="1"/>
          </p:cNvSpPr>
          <p:nvPr>
            <p:ph type="dt" idx="10"/>
          </p:nvPr>
        </p:nvSpPr>
        <p:spPr>
          <a:ln/>
        </p:spPr>
        <p:txBody>
          <a:bodyPr/>
          <a:lstStyle>
            <a:lvl1pPr>
              <a:defRPr/>
            </a:lvl1pPr>
          </a:lstStyle>
          <a:p>
            <a:pPr>
              <a:defRPr/>
            </a:pPr>
            <a:r>
              <a:rPr lang="es-ES"/>
              <a:t>22/10/12</a:t>
            </a:r>
          </a:p>
        </p:txBody>
      </p:sp>
      <p:sp>
        <p:nvSpPr>
          <p:cNvPr id="8" name="Rectangle 4">
            <a:extLst>
              <a:ext uri="{FF2B5EF4-FFF2-40B4-BE49-F238E27FC236}">
                <a16:creationId xmlns:a16="http://schemas.microsoft.com/office/drawing/2014/main" id="{7F42FFF6-9091-46C1-9B2D-84EC1FB19348}"/>
              </a:ext>
            </a:extLst>
          </p:cNvPr>
          <p:cNvSpPr>
            <a:spLocks noGrp="1" noChangeArrowheads="1"/>
          </p:cNvSpPr>
          <p:nvPr>
            <p:ph type="sldNum" idx="11"/>
          </p:nvPr>
        </p:nvSpPr>
        <p:spPr>
          <a:ln/>
        </p:spPr>
        <p:txBody>
          <a:bodyPr/>
          <a:lstStyle>
            <a:lvl1pPr>
              <a:defRPr/>
            </a:lvl1pPr>
          </a:lstStyle>
          <a:p>
            <a:pPr>
              <a:defRPr/>
            </a:pPr>
            <a:fld id="{9D3D6356-806E-4AA7-9569-7E6528BA7642}" type="slidenum">
              <a:rPr lang="es-ES" altLang="es-ES"/>
              <a:pPr>
                <a:defRPr/>
              </a:pPr>
              <a:t>‹Nº›</a:t>
            </a:fld>
            <a:endParaRPr lang="es-ES" altLang="es-ES"/>
          </a:p>
        </p:txBody>
      </p:sp>
    </p:spTree>
    <p:extLst>
      <p:ext uri="{BB962C8B-B14F-4D97-AF65-F5344CB8AC3E}">
        <p14:creationId xmlns:p14="http://schemas.microsoft.com/office/powerpoint/2010/main" val="2457426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2">
            <a:extLst>
              <a:ext uri="{FF2B5EF4-FFF2-40B4-BE49-F238E27FC236}">
                <a16:creationId xmlns:a16="http://schemas.microsoft.com/office/drawing/2014/main" id="{90ECE999-114A-447A-8CD9-635DFC17AC2E}"/>
              </a:ext>
            </a:extLst>
          </p:cNvPr>
          <p:cNvSpPr>
            <a:spLocks noGrp="1" noChangeArrowheads="1"/>
          </p:cNvSpPr>
          <p:nvPr>
            <p:ph type="dt" idx="10"/>
          </p:nvPr>
        </p:nvSpPr>
        <p:spPr>
          <a:ln/>
        </p:spPr>
        <p:txBody>
          <a:bodyPr/>
          <a:lstStyle>
            <a:lvl1pPr>
              <a:defRPr/>
            </a:lvl1pPr>
          </a:lstStyle>
          <a:p>
            <a:pPr>
              <a:defRPr/>
            </a:pPr>
            <a:r>
              <a:rPr lang="es-ES"/>
              <a:t>22/10/12</a:t>
            </a:r>
          </a:p>
        </p:txBody>
      </p:sp>
      <p:sp>
        <p:nvSpPr>
          <p:cNvPr id="4" name="Rectangle 4">
            <a:extLst>
              <a:ext uri="{FF2B5EF4-FFF2-40B4-BE49-F238E27FC236}">
                <a16:creationId xmlns:a16="http://schemas.microsoft.com/office/drawing/2014/main" id="{D61ABF5F-4D6E-4E52-8C90-48FDEC30282F}"/>
              </a:ext>
            </a:extLst>
          </p:cNvPr>
          <p:cNvSpPr>
            <a:spLocks noGrp="1" noChangeArrowheads="1"/>
          </p:cNvSpPr>
          <p:nvPr>
            <p:ph type="sldNum" idx="11"/>
          </p:nvPr>
        </p:nvSpPr>
        <p:spPr>
          <a:ln/>
        </p:spPr>
        <p:txBody>
          <a:bodyPr/>
          <a:lstStyle>
            <a:lvl1pPr>
              <a:defRPr/>
            </a:lvl1pPr>
          </a:lstStyle>
          <a:p>
            <a:pPr>
              <a:defRPr/>
            </a:pPr>
            <a:fld id="{C83178CE-4523-4D5D-A7AC-78E946DE10AD}" type="slidenum">
              <a:rPr lang="es-ES" altLang="es-ES"/>
              <a:pPr>
                <a:defRPr/>
              </a:pPr>
              <a:t>‹Nº›</a:t>
            </a:fld>
            <a:endParaRPr lang="es-ES" altLang="es-ES"/>
          </a:p>
        </p:txBody>
      </p:sp>
    </p:spTree>
    <p:extLst>
      <p:ext uri="{BB962C8B-B14F-4D97-AF65-F5344CB8AC3E}">
        <p14:creationId xmlns:p14="http://schemas.microsoft.com/office/powerpoint/2010/main" val="3622539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D03FAD4-2D50-40E9-9DC0-E1C4C0C0E304}"/>
              </a:ext>
            </a:extLst>
          </p:cNvPr>
          <p:cNvSpPr>
            <a:spLocks noGrp="1" noChangeArrowheads="1"/>
          </p:cNvSpPr>
          <p:nvPr>
            <p:ph type="dt" idx="10"/>
          </p:nvPr>
        </p:nvSpPr>
        <p:spPr>
          <a:ln/>
        </p:spPr>
        <p:txBody>
          <a:bodyPr/>
          <a:lstStyle>
            <a:lvl1pPr>
              <a:defRPr/>
            </a:lvl1pPr>
          </a:lstStyle>
          <a:p>
            <a:pPr>
              <a:defRPr/>
            </a:pPr>
            <a:r>
              <a:rPr lang="es-ES"/>
              <a:t>22/10/12</a:t>
            </a:r>
          </a:p>
        </p:txBody>
      </p:sp>
      <p:sp>
        <p:nvSpPr>
          <p:cNvPr id="3" name="Rectangle 4">
            <a:extLst>
              <a:ext uri="{FF2B5EF4-FFF2-40B4-BE49-F238E27FC236}">
                <a16:creationId xmlns:a16="http://schemas.microsoft.com/office/drawing/2014/main" id="{59994452-8B84-4AAE-9BCC-48C46FB16D36}"/>
              </a:ext>
            </a:extLst>
          </p:cNvPr>
          <p:cNvSpPr>
            <a:spLocks noGrp="1" noChangeArrowheads="1"/>
          </p:cNvSpPr>
          <p:nvPr>
            <p:ph type="sldNum" idx="11"/>
          </p:nvPr>
        </p:nvSpPr>
        <p:spPr>
          <a:ln/>
        </p:spPr>
        <p:txBody>
          <a:bodyPr/>
          <a:lstStyle>
            <a:lvl1pPr>
              <a:defRPr/>
            </a:lvl1pPr>
          </a:lstStyle>
          <a:p>
            <a:pPr>
              <a:defRPr/>
            </a:pPr>
            <a:fld id="{D2B805EA-8E1B-46B9-801B-896A4200568E}" type="slidenum">
              <a:rPr lang="es-ES" altLang="es-ES"/>
              <a:pPr>
                <a:defRPr/>
              </a:pPr>
              <a:t>‹Nº›</a:t>
            </a:fld>
            <a:endParaRPr lang="es-ES" altLang="es-ES"/>
          </a:p>
        </p:txBody>
      </p:sp>
    </p:spTree>
    <p:extLst>
      <p:ext uri="{BB962C8B-B14F-4D97-AF65-F5344CB8AC3E}">
        <p14:creationId xmlns:p14="http://schemas.microsoft.com/office/powerpoint/2010/main" val="2449844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2">
            <a:extLst>
              <a:ext uri="{FF2B5EF4-FFF2-40B4-BE49-F238E27FC236}">
                <a16:creationId xmlns:a16="http://schemas.microsoft.com/office/drawing/2014/main" id="{B66C7F37-20FC-4CFF-8B8D-41AE8AC2722C}"/>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4">
            <a:extLst>
              <a:ext uri="{FF2B5EF4-FFF2-40B4-BE49-F238E27FC236}">
                <a16:creationId xmlns:a16="http://schemas.microsoft.com/office/drawing/2014/main" id="{C2945C07-27E1-4F06-B4C6-E66642B1CD07}"/>
              </a:ext>
            </a:extLst>
          </p:cNvPr>
          <p:cNvSpPr>
            <a:spLocks noGrp="1" noChangeArrowheads="1"/>
          </p:cNvSpPr>
          <p:nvPr>
            <p:ph type="sldNum" idx="11"/>
          </p:nvPr>
        </p:nvSpPr>
        <p:spPr>
          <a:ln/>
        </p:spPr>
        <p:txBody>
          <a:bodyPr/>
          <a:lstStyle>
            <a:lvl1pPr>
              <a:defRPr/>
            </a:lvl1pPr>
          </a:lstStyle>
          <a:p>
            <a:pPr>
              <a:defRPr/>
            </a:pPr>
            <a:fld id="{4D512878-A6EF-461B-9B9A-0EA60B2943FF}" type="slidenum">
              <a:rPr lang="es-ES" altLang="es-ES"/>
              <a:pPr>
                <a:defRPr/>
              </a:pPr>
              <a:t>‹Nº›</a:t>
            </a:fld>
            <a:endParaRPr lang="es-ES" altLang="es-ES"/>
          </a:p>
        </p:txBody>
      </p:sp>
    </p:spTree>
    <p:extLst>
      <p:ext uri="{BB962C8B-B14F-4D97-AF65-F5344CB8AC3E}">
        <p14:creationId xmlns:p14="http://schemas.microsoft.com/office/powerpoint/2010/main" val="260248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2">
            <a:extLst>
              <a:ext uri="{FF2B5EF4-FFF2-40B4-BE49-F238E27FC236}">
                <a16:creationId xmlns:a16="http://schemas.microsoft.com/office/drawing/2014/main" id="{535A4748-07E4-4028-A5FF-17D870DA84D7}"/>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4">
            <a:extLst>
              <a:ext uri="{FF2B5EF4-FFF2-40B4-BE49-F238E27FC236}">
                <a16:creationId xmlns:a16="http://schemas.microsoft.com/office/drawing/2014/main" id="{EB933FFA-3C8F-430D-A3DB-1AC2F152CAAC}"/>
              </a:ext>
            </a:extLst>
          </p:cNvPr>
          <p:cNvSpPr>
            <a:spLocks noGrp="1" noChangeArrowheads="1"/>
          </p:cNvSpPr>
          <p:nvPr>
            <p:ph type="sldNum" idx="11"/>
          </p:nvPr>
        </p:nvSpPr>
        <p:spPr>
          <a:ln/>
        </p:spPr>
        <p:txBody>
          <a:bodyPr/>
          <a:lstStyle>
            <a:lvl1pPr>
              <a:defRPr/>
            </a:lvl1pPr>
          </a:lstStyle>
          <a:p>
            <a:pPr>
              <a:defRPr/>
            </a:pPr>
            <a:fld id="{9076B613-ABC2-49EF-888C-249DE7F23131}" type="slidenum">
              <a:rPr lang="es-ES" altLang="es-ES"/>
              <a:pPr>
                <a:defRPr/>
              </a:pPr>
              <a:t>‹Nº›</a:t>
            </a:fld>
            <a:endParaRPr lang="es-ES" altLang="es-ES"/>
          </a:p>
        </p:txBody>
      </p:sp>
    </p:spTree>
    <p:extLst>
      <p:ext uri="{BB962C8B-B14F-4D97-AF65-F5344CB8AC3E}">
        <p14:creationId xmlns:p14="http://schemas.microsoft.com/office/powerpoint/2010/main" val="699595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2">
            <a:extLst>
              <a:ext uri="{FF2B5EF4-FFF2-40B4-BE49-F238E27FC236}">
                <a16:creationId xmlns:a16="http://schemas.microsoft.com/office/drawing/2014/main" id="{821FA8BA-C138-455E-9301-876A8FED4046}"/>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A2D50981-B97F-4B9E-8613-537185161C3B}"/>
              </a:ext>
            </a:extLst>
          </p:cNvPr>
          <p:cNvSpPr>
            <a:spLocks noGrp="1" noChangeArrowheads="1"/>
          </p:cNvSpPr>
          <p:nvPr>
            <p:ph type="sldNum" idx="11"/>
          </p:nvPr>
        </p:nvSpPr>
        <p:spPr>
          <a:ln/>
        </p:spPr>
        <p:txBody>
          <a:bodyPr/>
          <a:lstStyle>
            <a:lvl1pPr>
              <a:defRPr/>
            </a:lvl1pPr>
          </a:lstStyle>
          <a:p>
            <a:pPr>
              <a:defRPr/>
            </a:pPr>
            <a:fld id="{9C4FC330-6444-4BED-955C-CA9B682839DF}" type="slidenum">
              <a:rPr lang="es-ES" altLang="es-ES"/>
              <a:pPr>
                <a:defRPr/>
              </a:pPr>
              <a:t>‹Nº›</a:t>
            </a:fld>
            <a:endParaRPr lang="es-ES" altLang="es-ES"/>
          </a:p>
        </p:txBody>
      </p:sp>
    </p:spTree>
    <p:extLst>
      <p:ext uri="{BB962C8B-B14F-4D97-AF65-F5344CB8AC3E}">
        <p14:creationId xmlns:p14="http://schemas.microsoft.com/office/powerpoint/2010/main" val="3335996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1604963"/>
            <a:ext cx="2055813" cy="452437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1604963"/>
            <a:ext cx="6019800" cy="452437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2">
            <a:extLst>
              <a:ext uri="{FF2B5EF4-FFF2-40B4-BE49-F238E27FC236}">
                <a16:creationId xmlns:a16="http://schemas.microsoft.com/office/drawing/2014/main" id="{84E78F10-22A5-4A1C-82C2-0780886C9E04}"/>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4">
            <a:extLst>
              <a:ext uri="{FF2B5EF4-FFF2-40B4-BE49-F238E27FC236}">
                <a16:creationId xmlns:a16="http://schemas.microsoft.com/office/drawing/2014/main" id="{867F9181-110B-46E4-9550-D492DA3A1BBF}"/>
              </a:ext>
            </a:extLst>
          </p:cNvPr>
          <p:cNvSpPr>
            <a:spLocks noGrp="1" noChangeArrowheads="1"/>
          </p:cNvSpPr>
          <p:nvPr>
            <p:ph type="sldNum" idx="11"/>
          </p:nvPr>
        </p:nvSpPr>
        <p:spPr>
          <a:ln/>
        </p:spPr>
        <p:txBody>
          <a:bodyPr/>
          <a:lstStyle>
            <a:lvl1pPr>
              <a:defRPr/>
            </a:lvl1pPr>
          </a:lstStyle>
          <a:p>
            <a:pPr>
              <a:defRPr/>
            </a:pPr>
            <a:fld id="{A08BCC2B-0E92-464C-881E-6EC6018DE025}" type="slidenum">
              <a:rPr lang="es-ES" altLang="es-ES"/>
              <a:pPr>
                <a:defRPr/>
              </a:pPr>
              <a:t>‹Nº›</a:t>
            </a:fld>
            <a:endParaRPr lang="es-ES" altLang="es-ES"/>
          </a:p>
        </p:txBody>
      </p:sp>
    </p:spTree>
    <p:extLst>
      <p:ext uri="{BB962C8B-B14F-4D97-AF65-F5344CB8AC3E}">
        <p14:creationId xmlns:p14="http://schemas.microsoft.com/office/powerpoint/2010/main" val="2130037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685800" y="2130425"/>
            <a:ext cx="7770813" cy="1468438"/>
          </a:xfrm>
        </p:spPr>
        <p:txBody>
          <a:bodyPr/>
          <a:lstStyle/>
          <a:p>
            <a:r>
              <a:rPr lang="es-ES"/>
              <a:t>Haga clic para modificar el estilo de título del patrón</a:t>
            </a:r>
          </a:p>
        </p:txBody>
      </p:sp>
      <p:sp>
        <p:nvSpPr>
          <p:cNvPr id="3" name="Rectangle 2">
            <a:extLst>
              <a:ext uri="{FF2B5EF4-FFF2-40B4-BE49-F238E27FC236}">
                <a16:creationId xmlns:a16="http://schemas.microsoft.com/office/drawing/2014/main" id="{5CC56006-A70F-4557-83F0-FCC877C3AA86}"/>
              </a:ext>
            </a:extLst>
          </p:cNvPr>
          <p:cNvSpPr>
            <a:spLocks noGrp="1" noChangeArrowheads="1"/>
          </p:cNvSpPr>
          <p:nvPr>
            <p:ph type="dt" idx="10"/>
          </p:nvPr>
        </p:nvSpPr>
        <p:spPr>
          <a:ln/>
        </p:spPr>
        <p:txBody>
          <a:bodyPr/>
          <a:lstStyle>
            <a:lvl1pPr>
              <a:defRPr/>
            </a:lvl1pPr>
          </a:lstStyle>
          <a:p>
            <a:pPr>
              <a:defRPr/>
            </a:pPr>
            <a:r>
              <a:rPr lang="es-ES"/>
              <a:t>22/10/12</a:t>
            </a:r>
          </a:p>
        </p:txBody>
      </p:sp>
      <p:sp>
        <p:nvSpPr>
          <p:cNvPr id="4" name="Rectangle 4">
            <a:extLst>
              <a:ext uri="{FF2B5EF4-FFF2-40B4-BE49-F238E27FC236}">
                <a16:creationId xmlns:a16="http://schemas.microsoft.com/office/drawing/2014/main" id="{51D0F37C-8E14-4B66-980C-1E0E30E7058C}"/>
              </a:ext>
            </a:extLst>
          </p:cNvPr>
          <p:cNvSpPr>
            <a:spLocks noGrp="1" noChangeArrowheads="1"/>
          </p:cNvSpPr>
          <p:nvPr>
            <p:ph type="sldNum" idx="11"/>
          </p:nvPr>
        </p:nvSpPr>
        <p:spPr>
          <a:ln/>
        </p:spPr>
        <p:txBody>
          <a:bodyPr/>
          <a:lstStyle>
            <a:lvl1pPr>
              <a:defRPr/>
            </a:lvl1pPr>
          </a:lstStyle>
          <a:p>
            <a:pPr>
              <a:defRPr/>
            </a:pPr>
            <a:fld id="{E08BFF68-B4E3-4A35-9E6D-297E4DEDB852}" type="slidenum">
              <a:rPr lang="es-ES" altLang="es-ES"/>
              <a:pPr>
                <a:defRPr/>
              </a:pPr>
              <a:t>‹Nº›</a:t>
            </a:fld>
            <a:endParaRPr lang="es-ES" altLang="es-ES"/>
          </a:p>
        </p:txBody>
      </p:sp>
    </p:spTree>
    <p:extLst>
      <p:ext uri="{BB962C8B-B14F-4D97-AF65-F5344CB8AC3E}">
        <p14:creationId xmlns:p14="http://schemas.microsoft.com/office/powerpoint/2010/main" val="3308325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
        <p:nvSpPr>
          <p:cNvPr id="4" name="Rectangle 3">
            <a:extLst>
              <a:ext uri="{FF2B5EF4-FFF2-40B4-BE49-F238E27FC236}">
                <a16:creationId xmlns:a16="http://schemas.microsoft.com/office/drawing/2014/main" id="{13292AB7-E18E-4C24-ADBE-A9E3662B1E0C}"/>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3BAD164D-705A-421B-B2B8-2876F4D97E4A}"/>
              </a:ext>
            </a:extLst>
          </p:cNvPr>
          <p:cNvSpPr>
            <a:spLocks noGrp="1" noChangeArrowheads="1"/>
          </p:cNvSpPr>
          <p:nvPr>
            <p:ph type="sldNum" idx="11"/>
          </p:nvPr>
        </p:nvSpPr>
        <p:spPr>
          <a:ln/>
        </p:spPr>
        <p:txBody>
          <a:bodyPr/>
          <a:lstStyle>
            <a:lvl1pPr>
              <a:defRPr/>
            </a:lvl1pPr>
          </a:lstStyle>
          <a:p>
            <a:pPr>
              <a:defRPr/>
            </a:pPr>
            <a:fld id="{5E23AF08-DBC0-4243-9F2C-029DA29FAEF5}" type="slidenum">
              <a:rPr lang="es-ES" altLang="es-ES"/>
              <a:pPr>
                <a:defRPr/>
              </a:pPr>
              <a:t>‹Nº›</a:t>
            </a:fld>
            <a:endParaRPr lang="es-ES" altLang="es-ES"/>
          </a:p>
        </p:txBody>
      </p:sp>
    </p:spTree>
    <p:extLst>
      <p:ext uri="{BB962C8B-B14F-4D97-AF65-F5344CB8AC3E}">
        <p14:creationId xmlns:p14="http://schemas.microsoft.com/office/powerpoint/2010/main" val="13812957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3">
            <a:extLst>
              <a:ext uri="{FF2B5EF4-FFF2-40B4-BE49-F238E27FC236}">
                <a16:creationId xmlns:a16="http://schemas.microsoft.com/office/drawing/2014/main" id="{F7162ED7-8C16-473B-B290-3B89F4E2B29F}"/>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ABE7B928-E5B1-4A69-AB62-E5643B47F852}"/>
              </a:ext>
            </a:extLst>
          </p:cNvPr>
          <p:cNvSpPr>
            <a:spLocks noGrp="1" noChangeArrowheads="1"/>
          </p:cNvSpPr>
          <p:nvPr>
            <p:ph type="sldNum" idx="11"/>
          </p:nvPr>
        </p:nvSpPr>
        <p:spPr>
          <a:ln/>
        </p:spPr>
        <p:txBody>
          <a:bodyPr/>
          <a:lstStyle>
            <a:lvl1pPr>
              <a:defRPr/>
            </a:lvl1pPr>
          </a:lstStyle>
          <a:p>
            <a:pPr>
              <a:defRPr/>
            </a:pPr>
            <a:fld id="{347B632E-C8CC-40FA-BC1D-F62D1BDA4F1C}" type="slidenum">
              <a:rPr lang="es-ES" altLang="es-ES"/>
              <a:pPr>
                <a:defRPr/>
              </a:pPr>
              <a:t>‹Nº›</a:t>
            </a:fld>
            <a:endParaRPr lang="es-ES" altLang="es-ES"/>
          </a:p>
        </p:txBody>
      </p:sp>
    </p:spTree>
    <p:extLst>
      <p:ext uri="{BB962C8B-B14F-4D97-AF65-F5344CB8AC3E}">
        <p14:creationId xmlns:p14="http://schemas.microsoft.com/office/powerpoint/2010/main" val="2962916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3">
            <a:extLst>
              <a:ext uri="{FF2B5EF4-FFF2-40B4-BE49-F238E27FC236}">
                <a16:creationId xmlns:a16="http://schemas.microsoft.com/office/drawing/2014/main" id="{B5E73F8D-29D3-4DA2-B6BD-7C6604706B95}"/>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F872A6CD-287B-4D68-B0BF-B2B270D22C26}"/>
              </a:ext>
            </a:extLst>
          </p:cNvPr>
          <p:cNvSpPr>
            <a:spLocks noGrp="1" noChangeArrowheads="1"/>
          </p:cNvSpPr>
          <p:nvPr>
            <p:ph type="sldNum" idx="11"/>
          </p:nvPr>
        </p:nvSpPr>
        <p:spPr>
          <a:ln/>
        </p:spPr>
        <p:txBody>
          <a:bodyPr/>
          <a:lstStyle>
            <a:lvl1pPr>
              <a:defRPr/>
            </a:lvl1pPr>
          </a:lstStyle>
          <a:p>
            <a:pPr>
              <a:defRPr/>
            </a:pPr>
            <a:fld id="{A52706A2-ACB7-43F8-AC34-1934E9BCDC4E}" type="slidenum">
              <a:rPr lang="es-ES" altLang="es-ES"/>
              <a:pPr>
                <a:defRPr/>
              </a:pPr>
              <a:t>‹Nº›</a:t>
            </a:fld>
            <a:endParaRPr lang="es-ES" altLang="es-ES"/>
          </a:p>
        </p:txBody>
      </p:sp>
    </p:spTree>
    <p:extLst>
      <p:ext uri="{BB962C8B-B14F-4D97-AF65-F5344CB8AC3E}">
        <p14:creationId xmlns:p14="http://schemas.microsoft.com/office/powerpoint/2010/main" val="3495688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7013"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6613" y="1600200"/>
            <a:ext cx="4038600" cy="4524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3">
            <a:extLst>
              <a:ext uri="{FF2B5EF4-FFF2-40B4-BE49-F238E27FC236}">
                <a16:creationId xmlns:a16="http://schemas.microsoft.com/office/drawing/2014/main" id="{CDA5BB59-2FED-418C-86C6-90F048126A05}"/>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5">
            <a:extLst>
              <a:ext uri="{FF2B5EF4-FFF2-40B4-BE49-F238E27FC236}">
                <a16:creationId xmlns:a16="http://schemas.microsoft.com/office/drawing/2014/main" id="{0315E343-7193-4F1A-A710-A3A918EC2921}"/>
              </a:ext>
            </a:extLst>
          </p:cNvPr>
          <p:cNvSpPr>
            <a:spLocks noGrp="1" noChangeArrowheads="1"/>
          </p:cNvSpPr>
          <p:nvPr>
            <p:ph type="sldNum" idx="11"/>
          </p:nvPr>
        </p:nvSpPr>
        <p:spPr>
          <a:ln/>
        </p:spPr>
        <p:txBody>
          <a:bodyPr/>
          <a:lstStyle>
            <a:lvl1pPr>
              <a:defRPr/>
            </a:lvl1pPr>
          </a:lstStyle>
          <a:p>
            <a:pPr>
              <a:defRPr/>
            </a:pPr>
            <a:fld id="{BE23FB66-5CD3-497A-BB8B-4E68E23E7B1E}" type="slidenum">
              <a:rPr lang="es-ES" altLang="es-ES"/>
              <a:pPr>
                <a:defRPr/>
              </a:pPr>
              <a:t>‹Nº›</a:t>
            </a:fld>
            <a:endParaRPr lang="es-ES" altLang="es-ES"/>
          </a:p>
        </p:txBody>
      </p:sp>
    </p:spTree>
    <p:extLst>
      <p:ext uri="{BB962C8B-B14F-4D97-AF65-F5344CB8AC3E}">
        <p14:creationId xmlns:p14="http://schemas.microsoft.com/office/powerpoint/2010/main" val="10783459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3">
            <a:extLst>
              <a:ext uri="{FF2B5EF4-FFF2-40B4-BE49-F238E27FC236}">
                <a16:creationId xmlns:a16="http://schemas.microsoft.com/office/drawing/2014/main" id="{17B8E424-8B22-4821-A008-7994D73458E7}"/>
              </a:ext>
            </a:extLst>
          </p:cNvPr>
          <p:cNvSpPr>
            <a:spLocks noGrp="1" noChangeArrowheads="1"/>
          </p:cNvSpPr>
          <p:nvPr>
            <p:ph type="dt" idx="10"/>
          </p:nvPr>
        </p:nvSpPr>
        <p:spPr>
          <a:ln/>
        </p:spPr>
        <p:txBody>
          <a:bodyPr/>
          <a:lstStyle>
            <a:lvl1pPr>
              <a:defRPr/>
            </a:lvl1pPr>
          </a:lstStyle>
          <a:p>
            <a:pPr>
              <a:defRPr/>
            </a:pPr>
            <a:r>
              <a:rPr lang="es-ES"/>
              <a:t>22/10/12</a:t>
            </a:r>
          </a:p>
        </p:txBody>
      </p:sp>
      <p:sp>
        <p:nvSpPr>
          <p:cNvPr id="8" name="Rectangle 5">
            <a:extLst>
              <a:ext uri="{FF2B5EF4-FFF2-40B4-BE49-F238E27FC236}">
                <a16:creationId xmlns:a16="http://schemas.microsoft.com/office/drawing/2014/main" id="{A92C5CFF-DA9F-4470-8645-2739F3773B6A}"/>
              </a:ext>
            </a:extLst>
          </p:cNvPr>
          <p:cNvSpPr>
            <a:spLocks noGrp="1" noChangeArrowheads="1"/>
          </p:cNvSpPr>
          <p:nvPr>
            <p:ph type="sldNum" idx="11"/>
          </p:nvPr>
        </p:nvSpPr>
        <p:spPr>
          <a:ln/>
        </p:spPr>
        <p:txBody>
          <a:bodyPr/>
          <a:lstStyle>
            <a:lvl1pPr>
              <a:defRPr/>
            </a:lvl1pPr>
          </a:lstStyle>
          <a:p>
            <a:pPr>
              <a:defRPr/>
            </a:pPr>
            <a:fld id="{5825B2B3-DDC8-4E9A-AC90-FD2C96D81E31}" type="slidenum">
              <a:rPr lang="es-ES" altLang="es-ES"/>
              <a:pPr>
                <a:defRPr/>
              </a:pPr>
              <a:t>‹Nº›</a:t>
            </a:fld>
            <a:endParaRPr lang="es-ES" altLang="es-ES"/>
          </a:p>
        </p:txBody>
      </p:sp>
    </p:spTree>
    <p:extLst>
      <p:ext uri="{BB962C8B-B14F-4D97-AF65-F5344CB8AC3E}">
        <p14:creationId xmlns:p14="http://schemas.microsoft.com/office/powerpoint/2010/main" val="5958294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3">
            <a:extLst>
              <a:ext uri="{FF2B5EF4-FFF2-40B4-BE49-F238E27FC236}">
                <a16:creationId xmlns:a16="http://schemas.microsoft.com/office/drawing/2014/main" id="{6DA2AA6E-6C36-4639-AC16-B0A626890070}"/>
              </a:ext>
            </a:extLst>
          </p:cNvPr>
          <p:cNvSpPr>
            <a:spLocks noGrp="1" noChangeArrowheads="1"/>
          </p:cNvSpPr>
          <p:nvPr>
            <p:ph type="dt" idx="10"/>
          </p:nvPr>
        </p:nvSpPr>
        <p:spPr>
          <a:ln/>
        </p:spPr>
        <p:txBody>
          <a:bodyPr/>
          <a:lstStyle>
            <a:lvl1pPr>
              <a:defRPr/>
            </a:lvl1pPr>
          </a:lstStyle>
          <a:p>
            <a:pPr>
              <a:defRPr/>
            </a:pPr>
            <a:r>
              <a:rPr lang="es-ES"/>
              <a:t>22/10/12</a:t>
            </a:r>
          </a:p>
        </p:txBody>
      </p:sp>
      <p:sp>
        <p:nvSpPr>
          <p:cNvPr id="4" name="Rectangle 5">
            <a:extLst>
              <a:ext uri="{FF2B5EF4-FFF2-40B4-BE49-F238E27FC236}">
                <a16:creationId xmlns:a16="http://schemas.microsoft.com/office/drawing/2014/main" id="{9CD46808-BD37-409F-A36D-1B3CD07E7AE6}"/>
              </a:ext>
            </a:extLst>
          </p:cNvPr>
          <p:cNvSpPr>
            <a:spLocks noGrp="1" noChangeArrowheads="1"/>
          </p:cNvSpPr>
          <p:nvPr>
            <p:ph type="sldNum" idx="11"/>
          </p:nvPr>
        </p:nvSpPr>
        <p:spPr>
          <a:ln/>
        </p:spPr>
        <p:txBody>
          <a:bodyPr/>
          <a:lstStyle>
            <a:lvl1pPr>
              <a:defRPr/>
            </a:lvl1pPr>
          </a:lstStyle>
          <a:p>
            <a:pPr>
              <a:defRPr/>
            </a:pPr>
            <a:fld id="{DE70DAE2-BB5B-4448-9C03-B22E7D24C6C0}" type="slidenum">
              <a:rPr lang="es-ES" altLang="es-ES"/>
              <a:pPr>
                <a:defRPr/>
              </a:pPr>
              <a:t>‹Nº›</a:t>
            </a:fld>
            <a:endParaRPr lang="es-ES" altLang="es-ES"/>
          </a:p>
        </p:txBody>
      </p:sp>
    </p:spTree>
    <p:extLst>
      <p:ext uri="{BB962C8B-B14F-4D97-AF65-F5344CB8AC3E}">
        <p14:creationId xmlns:p14="http://schemas.microsoft.com/office/powerpoint/2010/main" val="7058511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039B31FD-7FE4-43D8-A772-3AEC6EE9CD1B}"/>
              </a:ext>
            </a:extLst>
          </p:cNvPr>
          <p:cNvSpPr>
            <a:spLocks noGrp="1" noChangeArrowheads="1"/>
          </p:cNvSpPr>
          <p:nvPr>
            <p:ph type="dt" idx="10"/>
          </p:nvPr>
        </p:nvSpPr>
        <p:spPr>
          <a:ln/>
        </p:spPr>
        <p:txBody>
          <a:bodyPr/>
          <a:lstStyle>
            <a:lvl1pPr>
              <a:defRPr/>
            </a:lvl1pPr>
          </a:lstStyle>
          <a:p>
            <a:pPr>
              <a:defRPr/>
            </a:pPr>
            <a:r>
              <a:rPr lang="es-ES"/>
              <a:t>22/10/12</a:t>
            </a:r>
          </a:p>
        </p:txBody>
      </p:sp>
      <p:sp>
        <p:nvSpPr>
          <p:cNvPr id="3" name="Rectangle 5">
            <a:extLst>
              <a:ext uri="{FF2B5EF4-FFF2-40B4-BE49-F238E27FC236}">
                <a16:creationId xmlns:a16="http://schemas.microsoft.com/office/drawing/2014/main" id="{F895709D-A1FE-4A9B-8942-BA9C10F4DE6C}"/>
              </a:ext>
            </a:extLst>
          </p:cNvPr>
          <p:cNvSpPr>
            <a:spLocks noGrp="1" noChangeArrowheads="1"/>
          </p:cNvSpPr>
          <p:nvPr>
            <p:ph type="sldNum" idx="11"/>
          </p:nvPr>
        </p:nvSpPr>
        <p:spPr>
          <a:ln/>
        </p:spPr>
        <p:txBody>
          <a:bodyPr/>
          <a:lstStyle>
            <a:lvl1pPr>
              <a:defRPr/>
            </a:lvl1pPr>
          </a:lstStyle>
          <a:p>
            <a:pPr>
              <a:defRPr/>
            </a:pPr>
            <a:fld id="{32C4F78B-5C85-4C81-B793-9960F60CE86D}" type="slidenum">
              <a:rPr lang="es-ES" altLang="es-ES"/>
              <a:pPr>
                <a:defRPr/>
              </a:pPr>
              <a:t>‹Nº›</a:t>
            </a:fld>
            <a:endParaRPr lang="es-ES" altLang="es-ES"/>
          </a:p>
        </p:txBody>
      </p:sp>
    </p:spTree>
    <p:extLst>
      <p:ext uri="{BB962C8B-B14F-4D97-AF65-F5344CB8AC3E}">
        <p14:creationId xmlns:p14="http://schemas.microsoft.com/office/powerpoint/2010/main" val="30644167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3">
            <a:extLst>
              <a:ext uri="{FF2B5EF4-FFF2-40B4-BE49-F238E27FC236}">
                <a16:creationId xmlns:a16="http://schemas.microsoft.com/office/drawing/2014/main" id="{DF18FA43-BEAA-4A79-9DBA-F67AA83A9D02}"/>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5">
            <a:extLst>
              <a:ext uri="{FF2B5EF4-FFF2-40B4-BE49-F238E27FC236}">
                <a16:creationId xmlns:a16="http://schemas.microsoft.com/office/drawing/2014/main" id="{6BE37310-6BC1-41FC-983C-F0D09BEF082B}"/>
              </a:ext>
            </a:extLst>
          </p:cNvPr>
          <p:cNvSpPr>
            <a:spLocks noGrp="1" noChangeArrowheads="1"/>
          </p:cNvSpPr>
          <p:nvPr>
            <p:ph type="sldNum" idx="11"/>
          </p:nvPr>
        </p:nvSpPr>
        <p:spPr>
          <a:ln/>
        </p:spPr>
        <p:txBody>
          <a:bodyPr/>
          <a:lstStyle>
            <a:lvl1pPr>
              <a:defRPr/>
            </a:lvl1pPr>
          </a:lstStyle>
          <a:p>
            <a:pPr>
              <a:defRPr/>
            </a:pPr>
            <a:fld id="{82EF0FAF-07F4-4D42-9A2B-1D0BB3786816}" type="slidenum">
              <a:rPr lang="es-ES" altLang="es-ES"/>
              <a:pPr>
                <a:defRPr/>
              </a:pPr>
              <a:t>‹Nº›</a:t>
            </a:fld>
            <a:endParaRPr lang="es-ES" altLang="es-ES"/>
          </a:p>
        </p:txBody>
      </p:sp>
    </p:spTree>
    <p:extLst>
      <p:ext uri="{BB962C8B-B14F-4D97-AF65-F5344CB8AC3E}">
        <p14:creationId xmlns:p14="http://schemas.microsoft.com/office/powerpoint/2010/main" val="2176436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3">
            <a:extLst>
              <a:ext uri="{FF2B5EF4-FFF2-40B4-BE49-F238E27FC236}">
                <a16:creationId xmlns:a16="http://schemas.microsoft.com/office/drawing/2014/main" id="{57C5C132-6DBA-4DE2-BC3D-A973348E50E1}"/>
              </a:ext>
            </a:extLst>
          </p:cNvPr>
          <p:cNvSpPr>
            <a:spLocks noGrp="1" noChangeArrowheads="1"/>
          </p:cNvSpPr>
          <p:nvPr>
            <p:ph type="dt" idx="10"/>
          </p:nvPr>
        </p:nvSpPr>
        <p:spPr>
          <a:ln/>
        </p:spPr>
        <p:txBody>
          <a:bodyPr/>
          <a:lstStyle>
            <a:lvl1pPr>
              <a:defRPr/>
            </a:lvl1pPr>
          </a:lstStyle>
          <a:p>
            <a:pPr>
              <a:defRPr/>
            </a:pPr>
            <a:r>
              <a:rPr lang="es-ES"/>
              <a:t>22/10/12</a:t>
            </a:r>
          </a:p>
        </p:txBody>
      </p:sp>
      <p:sp>
        <p:nvSpPr>
          <p:cNvPr id="6" name="Rectangle 5">
            <a:extLst>
              <a:ext uri="{FF2B5EF4-FFF2-40B4-BE49-F238E27FC236}">
                <a16:creationId xmlns:a16="http://schemas.microsoft.com/office/drawing/2014/main" id="{E58B0146-E42F-4355-92DD-085C23C84EC0}"/>
              </a:ext>
            </a:extLst>
          </p:cNvPr>
          <p:cNvSpPr>
            <a:spLocks noGrp="1" noChangeArrowheads="1"/>
          </p:cNvSpPr>
          <p:nvPr>
            <p:ph type="sldNum" idx="11"/>
          </p:nvPr>
        </p:nvSpPr>
        <p:spPr>
          <a:ln/>
        </p:spPr>
        <p:txBody>
          <a:bodyPr/>
          <a:lstStyle>
            <a:lvl1pPr>
              <a:defRPr/>
            </a:lvl1pPr>
          </a:lstStyle>
          <a:p>
            <a:pPr>
              <a:defRPr/>
            </a:pPr>
            <a:fld id="{3D6743CA-D118-46F2-A3D6-E78CD7C8D338}" type="slidenum">
              <a:rPr lang="es-ES" altLang="es-ES"/>
              <a:pPr>
                <a:defRPr/>
              </a:pPr>
              <a:t>‹Nº›</a:t>
            </a:fld>
            <a:endParaRPr lang="es-ES" altLang="es-ES"/>
          </a:p>
        </p:txBody>
      </p:sp>
    </p:spTree>
    <p:extLst>
      <p:ext uri="{BB962C8B-B14F-4D97-AF65-F5344CB8AC3E}">
        <p14:creationId xmlns:p14="http://schemas.microsoft.com/office/powerpoint/2010/main" val="30674359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3">
            <a:extLst>
              <a:ext uri="{FF2B5EF4-FFF2-40B4-BE49-F238E27FC236}">
                <a16:creationId xmlns:a16="http://schemas.microsoft.com/office/drawing/2014/main" id="{666D5BC2-26CC-4360-81A6-69138220ADDB}"/>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E6AEA7E9-F121-441A-BE05-6ECEF08F6677}"/>
              </a:ext>
            </a:extLst>
          </p:cNvPr>
          <p:cNvSpPr>
            <a:spLocks noGrp="1" noChangeArrowheads="1"/>
          </p:cNvSpPr>
          <p:nvPr>
            <p:ph type="sldNum" idx="11"/>
          </p:nvPr>
        </p:nvSpPr>
        <p:spPr>
          <a:ln/>
        </p:spPr>
        <p:txBody>
          <a:bodyPr/>
          <a:lstStyle>
            <a:lvl1pPr>
              <a:defRPr/>
            </a:lvl1pPr>
          </a:lstStyle>
          <a:p>
            <a:pPr>
              <a:defRPr/>
            </a:pPr>
            <a:fld id="{352457B9-B726-443E-8736-29E8017F51EF}" type="slidenum">
              <a:rPr lang="es-ES" altLang="es-ES"/>
              <a:pPr>
                <a:defRPr/>
              </a:pPr>
              <a:t>‹Nº›</a:t>
            </a:fld>
            <a:endParaRPr lang="es-ES" altLang="es-ES"/>
          </a:p>
        </p:txBody>
      </p:sp>
    </p:spTree>
    <p:extLst>
      <p:ext uri="{BB962C8B-B14F-4D97-AF65-F5344CB8AC3E}">
        <p14:creationId xmlns:p14="http://schemas.microsoft.com/office/powerpoint/2010/main" val="38543096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5813" cy="5849937"/>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49937"/>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3">
            <a:extLst>
              <a:ext uri="{FF2B5EF4-FFF2-40B4-BE49-F238E27FC236}">
                <a16:creationId xmlns:a16="http://schemas.microsoft.com/office/drawing/2014/main" id="{B99C8B8C-BD8E-40ED-A033-5D1DA2D3DF71}"/>
              </a:ext>
            </a:extLst>
          </p:cNvPr>
          <p:cNvSpPr>
            <a:spLocks noGrp="1" noChangeArrowheads="1"/>
          </p:cNvSpPr>
          <p:nvPr>
            <p:ph type="dt" idx="10"/>
          </p:nvPr>
        </p:nvSpPr>
        <p:spPr>
          <a:ln/>
        </p:spPr>
        <p:txBody>
          <a:bodyPr/>
          <a:lstStyle>
            <a:lvl1pPr>
              <a:defRPr/>
            </a:lvl1pPr>
          </a:lstStyle>
          <a:p>
            <a:pPr>
              <a:defRPr/>
            </a:pPr>
            <a:r>
              <a:rPr lang="es-ES"/>
              <a:t>22/10/12</a:t>
            </a:r>
          </a:p>
        </p:txBody>
      </p:sp>
      <p:sp>
        <p:nvSpPr>
          <p:cNvPr id="5" name="Rectangle 5">
            <a:extLst>
              <a:ext uri="{FF2B5EF4-FFF2-40B4-BE49-F238E27FC236}">
                <a16:creationId xmlns:a16="http://schemas.microsoft.com/office/drawing/2014/main" id="{5C37DACA-AB11-4D13-A408-B1CB61E6665A}"/>
              </a:ext>
            </a:extLst>
          </p:cNvPr>
          <p:cNvSpPr>
            <a:spLocks noGrp="1" noChangeArrowheads="1"/>
          </p:cNvSpPr>
          <p:nvPr>
            <p:ph type="sldNum" idx="11"/>
          </p:nvPr>
        </p:nvSpPr>
        <p:spPr>
          <a:ln/>
        </p:spPr>
        <p:txBody>
          <a:bodyPr/>
          <a:lstStyle>
            <a:lvl1pPr>
              <a:defRPr/>
            </a:lvl1pPr>
          </a:lstStyle>
          <a:p>
            <a:pPr>
              <a:defRPr/>
            </a:pPr>
            <a:fld id="{850708ED-D7C4-4023-9ECA-57F5AF6628B2}" type="slidenum">
              <a:rPr lang="es-ES" altLang="es-ES"/>
              <a:pPr>
                <a:defRPr/>
              </a:pPr>
              <a:t>‹Nº›</a:t>
            </a:fld>
            <a:endParaRPr lang="es-ES" altLang="es-ES"/>
          </a:p>
        </p:txBody>
      </p:sp>
    </p:spTree>
    <p:extLst>
      <p:ext uri="{BB962C8B-B14F-4D97-AF65-F5344CB8AC3E}">
        <p14:creationId xmlns:p14="http://schemas.microsoft.com/office/powerpoint/2010/main" val="4102276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244937A9-0508-4C80-B336-0C16BCD0D950}"/>
              </a:ext>
            </a:extLst>
          </p:cNvPr>
          <p:cNvSpPr>
            <a:spLocks noGrp="1" noChangeArrowheads="1"/>
          </p:cNvSpPr>
          <p:nvPr>
            <p:ph type="title"/>
          </p:nvPr>
        </p:nvSpPr>
        <p:spPr bwMode="auto">
          <a:xfrm>
            <a:off x="685800" y="2130425"/>
            <a:ext cx="7770813" cy="146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es-ES"/>
              <a:t>Pulse para editar el formato del texto de títuloHaga clic para modificar el estilo de título del patrón</a:t>
            </a:r>
          </a:p>
        </p:txBody>
      </p:sp>
      <p:sp>
        <p:nvSpPr>
          <p:cNvPr id="2" name="Rectangle 2">
            <a:extLst>
              <a:ext uri="{FF2B5EF4-FFF2-40B4-BE49-F238E27FC236}">
                <a16:creationId xmlns:a16="http://schemas.microsoft.com/office/drawing/2014/main" id="{2D48427B-7859-452D-88C7-AB8E9909689D}"/>
              </a:ext>
            </a:extLst>
          </p:cNvPr>
          <p:cNvSpPr>
            <a:spLocks noGrp="1" noChangeArrowheads="1"/>
          </p:cNvSpPr>
          <p:nvPr>
            <p:ph type="dt"/>
          </p:nvPr>
        </p:nvSpPr>
        <p:spPr bwMode="auto">
          <a:xfrm>
            <a:off x="457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itchFamily="16" charset="0"/>
              <a:buNone/>
              <a:tabLst>
                <a:tab pos="723900" algn="l"/>
                <a:tab pos="1447800" algn="l"/>
              </a:tabLst>
              <a:defRPr>
                <a:solidFill>
                  <a:srgbClr val="000000"/>
                </a:solidFill>
                <a:latin typeface="+mn-lt"/>
                <a:ea typeface="Microsoft YaHei" charset="-122"/>
                <a:cs typeface="Arial Unicode MS" charset="0"/>
              </a:defRPr>
            </a:lvl1pPr>
          </a:lstStyle>
          <a:p>
            <a:pPr>
              <a:defRPr/>
            </a:pPr>
            <a:r>
              <a:rPr lang="es-ES"/>
              <a:t>22/10/12</a:t>
            </a:r>
          </a:p>
        </p:txBody>
      </p:sp>
      <p:sp>
        <p:nvSpPr>
          <p:cNvPr id="1028" name="Text Box 3">
            <a:extLst>
              <a:ext uri="{FF2B5EF4-FFF2-40B4-BE49-F238E27FC236}">
                <a16:creationId xmlns:a16="http://schemas.microsoft.com/office/drawing/2014/main" id="{5E066255-40DB-49CA-80B1-64AD84CE6F3F}"/>
              </a:ext>
            </a:extLst>
          </p:cNvPr>
          <p:cNvSpPr txBox="1">
            <a:spLocks noChangeArrowheads="1"/>
          </p:cNvSpPr>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s-ES" altLang="es-ES"/>
          </a:p>
        </p:txBody>
      </p:sp>
      <p:sp>
        <p:nvSpPr>
          <p:cNvPr id="3" name="Rectangle 4">
            <a:extLst>
              <a:ext uri="{FF2B5EF4-FFF2-40B4-BE49-F238E27FC236}">
                <a16:creationId xmlns:a16="http://schemas.microsoft.com/office/drawing/2014/main" id="{399CB0A2-6A14-4C13-81E4-FC4CEEDF152A}"/>
              </a:ext>
            </a:extLst>
          </p:cNvPr>
          <p:cNvSpPr>
            <a:spLocks noGrp="1" noChangeArrowheads="1"/>
          </p:cNvSpPr>
          <p:nvPr>
            <p:ph type="sldNum"/>
          </p:nvPr>
        </p:nvSpPr>
        <p:spPr bwMode="auto">
          <a:xfrm>
            <a:off x="6553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anose="02020603050405020304" pitchFamily="18" charset="0"/>
              <a:buNone/>
              <a:defRPr>
                <a:solidFill>
                  <a:srgbClr val="000000"/>
                </a:solidFill>
                <a:latin typeface="Calibri" panose="020F0502020204030204" pitchFamily="34" charset="0"/>
                <a:cs typeface="Arial Unicode MS" charset="0"/>
              </a:defRPr>
            </a:lvl1pPr>
          </a:lstStyle>
          <a:p>
            <a:pPr>
              <a:defRPr/>
            </a:pPr>
            <a:fld id="{72612314-32A4-40FD-9536-CBD2E08B2D2C}" type="slidenum">
              <a:rPr lang="es-ES" altLang="es-ES"/>
              <a:pPr>
                <a:defRPr/>
              </a:pPr>
              <a:t>‹Nº›</a:t>
            </a:fld>
            <a:endParaRPr lang="es-ES" altLang="es-ES"/>
          </a:p>
        </p:txBody>
      </p:sp>
      <p:sp>
        <p:nvSpPr>
          <p:cNvPr id="1030" name="Rectangle 5">
            <a:extLst>
              <a:ext uri="{FF2B5EF4-FFF2-40B4-BE49-F238E27FC236}">
                <a16:creationId xmlns:a16="http://schemas.microsoft.com/office/drawing/2014/main" id="{23B5C7EF-3C70-41DA-995F-C4750E6789DC}"/>
              </a:ext>
            </a:extLst>
          </p:cNvPr>
          <p:cNvSpPr>
            <a:spLocks noGrp="1" noChangeArrowheads="1"/>
          </p:cNvSpPr>
          <p:nvPr>
            <p:ph type="body" idx="1"/>
          </p:nvPr>
        </p:nvSpPr>
        <p:spPr bwMode="auto">
          <a:xfrm>
            <a:off x="457200" y="1604963"/>
            <a:ext cx="822801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lvl="0"/>
            <a:r>
              <a:rPr lang="en-GB" altLang="es-ES"/>
              <a:t>Pulse para editar los formatos del texto del esquema</a:t>
            </a:r>
          </a:p>
          <a:p>
            <a:pPr lvl="1"/>
            <a:r>
              <a:rPr lang="en-GB" altLang="es-ES"/>
              <a:t>Segundo nivel del esquema</a:t>
            </a:r>
          </a:p>
          <a:p>
            <a:pPr lvl="2"/>
            <a:r>
              <a:rPr lang="en-GB" altLang="es-ES"/>
              <a:t>Tercer nivel del esquema</a:t>
            </a:r>
          </a:p>
          <a:p>
            <a:pPr lvl="3"/>
            <a:r>
              <a:rPr lang="en-GB" altLang="es-ES"/>
              <a:t>Cuarto nivel del esquema</a:t>
            </a:r>
          </a:p>
          <a:p>
            <a:pPr lvl="4"/>
            <a:r>
              <a:rPr lang="en-GB" altLang="es-ES"/>
              <a:t>Quinto nivel del esquema</a:t>
            </a:r>
          </a:p>
          <a:p>
            <a:pPr lvl="4"/>
            <a:r>
              <a:rPr lang="en-GB" altLang="es-ES"/>
              <a:t>Sexto nivel del esquema</a:t>
            </a:r>
          </a:p>
          <a:p>
            <a:pPr lvl="4"/>
            <a:r>
              <a:rPr lang="en-GB" altLang="es-ES"/>
              <a:t>Séptimo nivel del esquema</a:t>
            </a:r>
          </a:p>
          <a:p>
            <a:pPr lvl="4"/>
            <a:r>
              <a:rPr lang="en-GB" altLang="es-ES"/>
              <a:t>Octavo nivel del esquema</a:t>
            </a:r>
          </a:p>
          <a:p>
            <a:pPr lvl="4"/>
            <a:r>
              <a:rPr lang="en-GB" altLang="es-ES"/>
              <a:t>Noveno nivel del esquema</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sldNum="0" hdr="0" ftr="0"/>
  <p:txStyles>
    <p:title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p:titleStyle>
    <p:bodyStyle>
      <a:lvl1pPr marL="342900" indent="-342900" algn="l" defTabSz="449263" rtl="0" eaLnBrk="0" fontAlgn="base" hangingPunct="0">
        <a:lnSpc>
          <a:spcPct val="102000"/>
        </a:lnSpc>
        <a:spcBef>
          <a:spcPct val="0"/>
        </a:spcBef>
        <a:spcAft>
          <a:spcPts val="1425"/>
        </a:spcAft>
        <a:buClr>
          <a:srgbClr val="000000"/>
        </a:buClr>
        <a:buSzPct val="100000"/>
        <a:buFont typeface="Times New Roman" panose="02020603050405020304" pitchFamily="18" charset="0"/>
        <a:buChar char="•"/>
        <a:defRPr sz="3200">
          <a:solidFill>
            <a:srgbClr val="000000"/>
          </a:solidFill>
          <a:latin typeface="+mn-lt"/>
          <a:ea typeface="+mn-ea"/>
          <a:cs typeface="+mn-cs"/>
        </a:defRPr>
      </a:lvl1pPr>
      <a:lvl2pPr marL="742950" indent="-285750" algn="l" defTabSz="449263" rtl="0" eaLnBrk="0" fontAlgn="base" hangingPunct="0">
        <a:lnSpc>
          <a:spcPct val="102000"/>
        </a:lnSpc>
        <a:spcBef>
          <a:spcPct val="0"/>
        </a:spcBef>
        <a:spcAft>
          <a:spcPts val="1138"/>
        </a:spcAft>
        <a:buClr>
          <a:srgbClr val="000000"/>
        </a:buClr>
        <a:buSzPct val="100000"/>
        <a:buFont typeface="Times New Roman" panose="02020603050405020304" pitchFamily="18" charset="0"/>
        <a:buChar char="–"/>
        <a:defRPr sz="2400">
          <a:solidFill>
            <a:srgbClr val="000000"/>
          </a:solidFill>
          <a:latin typeface="+mn-lt"/>
          <a:ea typeface="+mn-ea"/>
        </a:defRPr>
      </a:lvl2pPr>
      <a:lvl3pPr marL="1143000" indent="-228600" algn="l" defTabSz="449263" rtl="0" eaLnBrk="0" fontAlgn="base" hangingPunct="0">
        <a:lnSpc>
          <a:spcPct val="102000"/>
        </a:lnSpc>
        <a:spcBef>
          <a:spcPct val="0"/>
        </a:spcBef>
        <a:spcAft>
          <a:spcPts val="850"/>
        </a:spcAft>
        <a:buClr>
          <a:srgbClr val="000000"/>
        </a:buClr>
        <a:buSzPct val="100000"/>
        <a:buFont typeface="Times New Roman" panose="02020603050405020304" pitchFamily="18" charset="0"/>
        <a:buChar char="•"/>
        <a:defRPr sz="2000">
          <a:solidFill>
            <a:srgbClr val="000000"/>
          </a:solidFill>
          <a:latin typeface="+mn-lt"/>
          <a:ea typeface="+mn-ea"/>
        </a:defRPr>
      </a:lvl3pPr>
      <a:lvl4pPr marL="1600200" indent="-228600" algn="l" defTabSz="449263" rtl="0" eaLnBrk="0" fontAlgn="base" hangingPunct="0">
        <a:lnSpc>
          <a:spcPct val="102000"/>
        </a:lnSpc>
        <a:spcBef>
          <a:spcPct val="0"/>
        </a:spcBef>
        <a:spcAft>
          <a:spcPts val="575"/>
        </a:spcAft>
        <a:buClr>
          <a:srgbClr val="000000"/>
        </a:buClr>
        <a:buSzPct val="100000"/>
        <a:buFont typeface="Times New Roman" panose="02020603050405020304" pitchFamily="18" charset="0"/>
        <a:buChar char="–"/>
        <a:defRPr sz="2000">
          <a:solidFill>
            <a:srgbClr val="000000"/>
          </a:solidFill>
          <a:latin typeface="+mn-lt"/>
          <a:ea typeface="+mn-ea"/>
        </a:defRPr>
      </a:lvl4pPr>
      <a:lvl5pPr marL="2057400" indent="-228600" algn="l" defTabSz="449263" rtl="0" eaLnBrk="0" fontAlgn="base" hangingPunct="0">
        <a:lnSpc>
          <a:spcPct val="102000"/>
        </a:lnSpc>
        <a:spcBef>
          <a:spcPct val="0"/>
        </a:spcBef>
        <a:spcAft>
          <a:spcPts val="288"/>
        </a:spcAft>
        <a:buClr>
          <a:srgbClr val="000000"/>
        </a:buClr>
        <a:buSzPct val="100000"/>
        <a:buFont typeface="Times New Roman" panose="02020603050405020304" pitchFamily="18" charset="0"/>
        <a:buChar char="»"/>
        <a:defRPr sz="2000">
          <a:solidFill>
            <a:srgbClr val="000000"/>
          </a:solidFill>
          <a:latin typeface="+mn-lt"/>
          <a:ea typeface="+mn-ea"/>
        </a:defRPr>
      </a:lvl5pPr>
      <a:lvl6pPr marL="25146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6pPr>
      <a:lvl7pPr marL="29718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7pPr>
      <a:lvl8pPr marL="34290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8pPr>
      <a:lvl9pPr marL="38862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a:extLst>
              <a:ext uri="{FF2B5EF4-FFF2-40B4-BE49-F238E27FC236}">
                <a16:creationId xmlns:a16="http://schemas.microsoft.com/office/drawing/2014/main" id="{C6F5B538-A905-423A-8ACD-11A4C2F5A1E3}"/>
              </a:ext>
            </a:extLst>
          </p:cNvPr>
          <p:cNvSpPr>
            <a:spLocks noGrp="1" noChangeArrowheads="1"/>
          </p:cNvSpPr>
          <p:nvPr>
            <p:ph type="title"/>
          </p:nvPr>
        </p:nvSpPr>
        <p:spPr bwMode="auto">
          <a:xfrm>
            <a:off x="457200" y="274638"/>
            <a:ext cx="8228013" cy="114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es-ES"/>
              <a:t>Pulse para editar el formato del texto de títuloHaga clic para modificar el estilo de título del patrón</a:t>
            </a:r>
          </a:p>
        </p:txBody>
      </p:sp>
      <p:sp>
        <p:nvSpPr>
          <p:cNvPr id="2051" name="Rectangle 2">
            <a:extLst>
              <a:ext uri="{FF2B5EF4-FFF2-40B4-BE49-F238E27FC236}">
                <a16:creationId xmlns:a16="http://schemas.microsoft.com/office/drawing/2014/main" id="{DAF9CDF8-36EB-4243-8972-B8BAAC3E968F}"/>
              </a:ext>
            </a:extLst>
          </p:cNvPr>
          <p:cNvSpPr>
            <a:spLocks noGrp="1" noChangeArrowheads="1"/>
          </p:cNvSpPr>
          <p:nvPr>
            <p:ph type="body" idx="1"/>
          </p:nvPr>
        </p:nvSpPr>
        <p:spPr bwMode="auto">
          <a:xfrm>
            <a:off x="457200" y="1600200"/>
            <a:ext cx="8228013"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0000" tIns="45000" rIns="90000" bIns="45000" numCol="1" anchor="t" anchorCtr="0" compatLnSpc="1">
            <a:prstTxWarp prst="textNoShape">
              <a:avLst/>
            </a:prstTxWarp>
          </a:bodyPr>
          <a:lstStyle/>
          <a:p>
            <a:pPr lvl="0"/>
            <a:r>
              <a:rPr lang="en-GB" altLang="es-ES"/>
              <a:t>Pulse para editar los formatos del texto del esquema</a:t>
            </a:r>
          </a:p>
          <a:p>
            <a:pPr lvl="1"/>
            <a:r>
              <a:rPr lang="en-GB" altLang="es-ES"/>
              <a:t>Segundo nivel del esquema</a:t>
            </a:r>
          </a:p>
          <a:p>
            <a:pPr lvl="2"/>
            <a:r>
              <a:rPr lang="en-GB" altLang="es-ES"/>
              <a:t>Tercer nivel del esquema</a:t>
            </a:r>
          </a:p>
          <a:p>
            <a:pPr lvl="3"/>
            <a:r>
              <a:rPr lang="en-GB" altLang="es-ES"/>
              <a:t>Cuarto nivel del esquema</a:t>
            </a:r>
          </a:p>
          <a:p>
            <a:pPr lvl="4"/>
            <a:r>
              <a:rPr lang="en-GB" altLang="es-ES"/>
              <a:t>Quinto nivel del esquema</a:t>
            </a:r>
          </a:p>
          <a:p>
            <a:pPr lvl="4"/>
            <a:r>
              <a:rPr lang="en-GB" altLang="es-ES"/>
              <a:t>Sexto nivel del esquema</a:t>
            </a:r>
          </a:p>
          <a:p>
            <a:pPr lvl="4"/>
            <a:r>
              <a:rPr lang="en-GB" altLang="es-ES"/>
              <a:t>Séptimo nivel del esquema</a:t>
            </a:r>
          </a:p>
          <a:p>
            <a:pPr lvl="4"/>
            <a:r>
              <a:rPr lang="en-GB" altLang="es-ES"/>
              <a:t>Octavo nivel del esquema</a:t>
            </a:r>
          </a:p>
          <a:p>
            <a:pPr lvl="0"/>
            <a:r>
              <a:rPr lang="en-GB" altLang="es-ES"/>
              <a:t>Noveno nivel del esquemaHaga clic para modificar el estilo de texto del patrón</a:t>
            </a:r>
          </a:p>
          <a:p>
            <a:pPr lvl="1"/>
            <a:r>
              <a:rPr lang="en-GB" altLang="es-ES"/>
              <a:t>Segundo nivel</a:t>
            </a:r>
          </a:p>
          <a:p>
            <a:pPr lvl="2"/>
            <a:r>
              <a:rPr lang="en-GB" altLang="es-ES"/>
              <a:t>Tercer nivel</a:t>
            </a:r>
          </a:p>
          <a:p>
            <a:pPr lvl="3"/>
            <a:r>
              <a:rPr lang="en-GB" altLang="es-ES"/>
              <a:t>Cuarto nivel</a:t>
            </a:r>
          </a:p>
          <a:p>
            <a:pPr lvl="4"/>
            <a:r>
              <a:rPr lang="en-GB" altLang="es-ES"/>
              <a:t>Quinto nivel</a:t>
            </a:r>
          </a:p>
        </p:txBody>
      </p:sp>
      <p:sp>
        <p:nvSpPr>
          <p:cNvPr id="2" name="Rectangle 3">
            <a:extLst>
              <a:ext uri="{FF2B5EF4-FFF2-40B4-BE49-F238E27FC236}">
                <a16:creationId xmlns:a16="http://schemas.microsoft.com/office/drawing/2014/main" id="{1CD4C0DA-79AC-4699-A254-ABF788A70B26}"/>
              </a:ext>
            </a:extLst>
          </p:cNvPr>
          <p:cNvSpPr>
            <a:spLocks noGrp="1" noChangeArrowheads="1"/>
          </p:cNvSpPr>
          <p:nvPr>
            <p:ph type="dt"/>
          </p:nvPr>
        </p:nvSpPr>
        <p:spPr bwMode="auto">
          <a:xfrm>
            <a:off x="457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itchFamily="16" charset="0"/>
              <a:buNone/>
              <a:tabLst>
                <a:tab pos="723900" algn="l"/>
                <a:tab pos="1447800" algn="l"/>
              </a:tabLst>
              <a:defRPr>
                <a:solidFill>
                  <a:srgbClr val="000000"/>
                </a:solidFill>
                <a:latin typeface="+mn-lt"/>
                <a:ea typeface="Microsoft YaHei" charset="-122"/>
                <a:cs typeface="Arial Unicode MS" charset="0"/>
              </a:defRPr>
            </a:lvl1pPr>
          </a:lstStyle>
          <a:p>
            <a:pPr>
              <a:defRPr/>
            </a:pPr>
            <a:r>
              <a:rPr lang="es-ES"/>
              <a:t>22/10/12</a:t>
            </a:r>
          </a:p>
        </p:txBody>
      </p:sp>
      <p:sp>
        <p:nvSpPr>
          <p:cNvPr id="2053" name="Text Box 4">
            <a:extLst>
              <a:ext uri="{FF2B5EF4-FFF2-40B4-BE49-F238E27FC236}">
                <a16:creationId xmlns:a16="http://schemas.microsoft.com/office/drawing/2014/main" id="{DA6B786F-74CD-4C21-A485-B1BA286447A2}"/>
              </a:ext>
            </a:extLst>
          </p:cNvPr>
          <p:cNvSpPr txBox="1">
            <a:spLocks noChangeArrowheads="1"/>
          </p:cNvSpPr>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es-ES" altLang="es-ES"/>
          </a:p>
        </p:txBody>
      </p:sp>
      <p:sp>
        <p:nvSpPr>
          <p:cNvPr id="3" name="Rectangle 5">
            <a:extLst>
              <a:ext uri="{FF2B5EF4-FFF2-40B4-BE49-F238E27FC236}">
                <a16:creationId xmlns:a16="http://schemas.microsoft.com/office/drawing/2014/main" id="{1DC83BDE-CA4E-4156-99BD-B4FAE4B23C25}"/>
              </a:ext>
            </a:extLst>
          </p:cNvPr>
          <p:cNvSpPr>
            <a:spLocks noGrp="1" noChangeArrowheads="1"/>
          </p:cNvSpPr>
          <p:nvPr>
            <p:ph type="sldNum"/>
          </p:nvPr>
        </p:nvSpPr>
        <p:spPr bwMode="auto">
          <a:xfrm>
            <a:off x="6553200" y="6356350"/>
            <a:ext cx="2132013" cy="363538"/>
          </a:xfrm>
          <a:prstGeom prst="rect">
            <a:avLst/>
          </a:prstGeom>
          <a:noFill/>
          <a:ln w="9525" cap="flat">
            <a:noFill/>
            <a:round/>
            <a:headEnd/>
            <a:tailEnd/>
          </a:ln>
          <a:effectLst/>
        </p:spPr>
        <p:txBody>
          <a:bodyPr vert="horz" wrap="square" lIns="90000" tIns="45000" rIns="90000" bIns="45000" numCol="1" anchor="t" anchorCtr="0" compatLnSpc="1">
            <a:prstTxWarp prst="textNoShape">
              <a:avLst/>
            </a:prstTxWarp>
          </a:bodyPr>
          <a:lstStyle>
            <a:lvl1pPr eaLnBrk="1" hangingPunct="1">
              <a:lnSpc>
                <a:spcPct val="100000"/>
              </a:lnSpc>
              <a:buClr>
                <a:srgbClr val="000000"/>
              </a:buClr>
              <a:buSzPct val="100000"/>
              <a:buFont typeface="Times New Roman" panose="02020603050405020304" pitchFamily="18" charset="0"/>
              <a:buNone/>
              <a:defRPr>
                <a:solidFill>
                  <a:srgbClr val="000000"/>
                </a:solidFill>
                <a:latin typeface="Calibri" panose="020F0502020204030204" pitchFamily="34" charset="0"/>
                <a:cs typeface="Arial Unicode MS" charset="0"/>
              </a:defRPr>
            </a:lvl1pPr>
          </a:lstStyle>
          <a:p>
            <a:pPr>
              <a:defRPr/>
            </a:pPr>
            <a:fld id="{008FDDEC-69C6-4CC2-88BE-565F7FCF9CE6}" type="slidenum">
              <a:rPr lang="es-ES" altLang="es-ES"/>
              <a:pPr>
                <a:defRPr/>
              </a:pPr>
              <a:t>‹Nº›</a:t>
            </a:fld>
            <a:endParaRPr lang="es-ES" altLang="es-E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p:txStyles>
    <p:title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p:titleStyle>
    <p:bodyStyle>
      <a:lvl1pPr marL="342900" indent="-342900" algn="l" defTabSz="449263" rtl="0" eaLnBrk="0" fontAlgn="base" hangingPunct="0">
        <a:lnSpc>
          <a:spcPct val="102000"/>
        </a:lnSpc>
        <a:spcBef>
          <a:spcPct val="0"/>
        </a:spcBef>
        <a:spcAft>
          <a:spcPts val="1425"/>
        </a:spcAft>
        <a:buClr>
          <a:srgbClr val="000000"/>
        </a:buClr>
        <a:buSzPct val="100000"/>
        <a:buFont typeface="Times New Roman" panose="02020603050405020304" pitchFamily="18" charset="0"/>
        <a:buChar char="•"/>
        <a:defRPr sz="3200">
          <a:solidFill>
            <a:srgbClr val="000000"/>
          </a:solidFill>
          <a:latin typeface="+mn-lt"/>
          <a:ea typeface="+mn-ea"/>
          <a:cs typeface="+mn-cs"/>
        </a:defRPr>
      </a:lvl1pPr>
      <a:lvl2pPr marL="742950" indent="-285750" algn="l" defTabSz="449263" rtl="0" eaLnBrk="0" fontAlgn="base" hangingPunct="0">
        <a:lnSpc>
          <a:spcPct val="102000"/>
        </a:lnSpc>
        <a:spcBef>
          <a:spcPct val="0"/>
        </a:spcBef>
        <a:spcAft>
          <a:spcPts val="1138"/>
        </a:spcAft>
        <a:buClr>
          <a:srgbClr val="000000"/>
        </a:buClr>
        <a:buSzPct val="100000"/>
        <a:buFont typeface="Times New Roman" panose="02020603050405020304" pitchFamily="18" charset="0"/>
        <a:buChar char="–"/>
        <a:defRPr sz="2400">
          <a:solidFill>
            <a:srgbClr val="000000"/>
          </a:solidFill>
          <a:latin typeface="+mn-lt"/>
          <a:ea typeface="+mn-ea"/>
        </a:defRPr>
      </a:lvl2pPr>
      <a:lvl3pPr marL="1143000" indent="-228600" algn="l" defTabSz="449263" rtl="0" eaLnBrk="0" fontAlgn="base" hangingPunct="0">
        <a:lnSpc>
          <a:spcPct val="102000"/>
        </a:lnSpc>
        <a:spcBef>
          <a:spcPct val="0"/>
        </a:spcBef>
        <a:spcAft>
          <a:spcPts val="850"/>
        </a:spcAft>
        <a:buClr>
          <a:srgbClr val="000000"/>
        </a:buClr>
        <a:buSzPct val="100000"/>
        <a:buFont typeface="Times New Roman" panose="02020603050405020304" pitchFamily="18" charset="0"/>
        <a:buChar char="•"/>
        <a:defRPr sz="2000">
          <a:solidFill>
            <a:srgbClr val="000000"/>
          </a:solidFill>
          <a:latin typeface="+mn-lt"/>
          <a:ea typeface="+mn-ea"/>
        </a:defRPr>
      </a:lvl3pPr>
      <a:lvl4pPr marL="1600200" indent="-228600" algn="l" defTabSz="449263" rtl="0" eaLnBrk="0" fontAlgn="base" hangingPunct="0">
        <a:lnSpc>
          <a:spcPct val="102000"/>
        </a:lnSpc>
        <a:spcBef>
          <a:spcPct val="0"/>
        </a:spcBef>
        <a:spcAft>
          <a:spcPts val="575"/>
        </a:spcAft>
        <a:buClr>
          <a:srgbClr val="000000"/>
        </a:buClr>
        <a:buSzPct val="100000"/>
        <a:buFont typeface="Times New Roman" panose="02020603050405020304" pitchFamily="18" charset="0"/>
        <a:buChar char="–"/>
        <a:defRPr sz="2000">
          <a:solidFill>
            <a:srgbClr val="000000"/>
          </a:solidFill>
          <a:latin typeface="+mn-lt"/>
          <a:ea typeface="+mn-ea"/>
        </a:defRPr>
      </a:lvl4pPr>
      <a:lvl5pPr marL="2057400" indent="-228600" algn="l" defTabSz="449263" rtl="0" eaLnBrk="0" fontAlgn="base" hangingPunct="0">
        <a:lnSpc>
          <a:spcPct val="102000"/>
        </a:lnSpc>
        <a:spcBef>
          <a:spcPct val="0"/>
        </a:spcBef>
        <a:spcAft>
          <a:spcPts val="288"/>
        </a:spcAft>
        <a:buClr>
          <a:srgbClr val="000000"/>
        </a:buClr>
        <a:buSzPct val="100000"/>
        <a:buFont typeface="Times New Roman" panose="02020603050405020304" pitchFamily="18" charset="0"/>
        <a:buChar char="»"/>
        <a:defRPr sz="2000">
          <a:solidFill>
            <a:srgbClr val="000000"/>
          </a:solidFill>
          <a:latin typeface="+mn-lt"/>
          <a:ea typeface="+mn-ea"/>
        </a:defRPr>
      </a:lvl5pPr>
      <a:lvl6pPr marL="25146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6pPr>
      <a:lvl7pPr marL="29718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7pPr>
      <a:lvl8pPr marL="34290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8pPr>
      <a:lvl9pPr marL="3886200" indent="-228600" algn="l" defTabSz="449263" rtl="0" fontAlgn="base">
        <a:lnSpc>
          <a:spcPct val="102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a:extLst>
              <a:ext uri="{FF2B5EF4-FFF2-40B4-BE49-F238E27FC236}">
                <a16:creationId xmlns:a16="http://schemas.microsoft.com/office/drawing/2014/main" id="{BAF6F69C-ED76-4769-9764-4245D213C71E}"/>
              </a:ext>
            </a:extLst>
          </p:cNvPr>
          <p:cNvSpPr>
            <a:spLocks noGrp="1" noChangeArrowheads="1"/>
          </p:cNvSpPr>
          <p:nvPr>
            <p:ph type="title" idx="4294967295"/>
          </p:nvPr>
        </p:nvSpPr>
        <p:spPr>
          <a:xfrm>
            <a:off x="685800" y="4149725"/>
            <a:ext cx="7772400" cy="1470025"/>
          </a:xfrm>
        </p:spPr>
        <p:txBody>
          <a:bodyPr/>
          <a:lstStyle/>
          <a:p>
            <a:pPr algn="ctr" eaLnBrk="1" hangingPunct="1">
              <a:lnSpc>
                <a:spcPct val="100000"/>
              </a:lnSpc>
              <a:tabLst>
                <a:tab pos="723900" algn="l"/>
                <a:tab pos="1447800" algn="l"/>
                <a:tab pos="2171700" algn="l"/>
                <a:tab pos="2895600" algn="l"/>
                <a:tab pos="3619500" algn="l"/>
                <a:tab pos="4343400" algn="l"/>
                <a:tab pos="5067300" algn="l"/>
                <a:tab pos="5791200" algn="l"/>
                <a:tab pos="6515100" algn="l"/>
                <a:tab pos="7239000" algn="l"/>
              </a:tabLst>
            </a:pPr>
            <a:r>
              <a:rPr lang="es-ES" altLang="es-ES" dirty="0"/>
              <a:t>ACCESO A BASES DE DATOS ORIENTADAS A OBJETOS</a:t>
            </a:r>
          </a:p>
        </p:txBody>
      </p:sp>
      <p:sp>
        <p:nvSpPr>
          <p:cNvPr id="4099" name="Rectangle 2">
            <a:extLst>
              <a:ext uri="{FF2B5EF4-FFF2-40B4-BE49-F238E27FC236}">
                <a16:creationId xmlns:a16="http://schemas.microsoft.com/office/drawing/2014/main" id="{91D22E8D-03B7-4243-8A87-6B40E6C2D451}"/>
              </a:ext>
            </a:extLst>
          </p:cNvPr>
          <p:cNvSpPr>
            <a:spLocks noGrp="1" noChangeArrowheads="1"/>
          </p:cNvSpPr>
          <p:nvPr>
            <p:ph type="subTitle" idx="4294967295"/>
          </p:nvPr>
        </p:nvSpPr>
        <p:spPr>
          <a:xfrm>
            <a:off x="1371600" y="1676400"/>
            <a:ext cx="6400800" cy="1752600"/>
          </a:xfrm>
        </p:spPr>
        <p:txBody>
          <a:bodyPr lIns="90000" tIns="45000" rIns="90000" bIns="45000"/>
          <a:lstStyle/>
          <a:p>
            <a:pPr marL="0" indent="0" algn="ctr" eaLnBrk="1" hangingPunct="1">
              <a:lnSpc>
                <a:spcPct val="100000"/>
              </a:lnSpc>
              <a:spcAft>
                <a:spcPct val="0"/>
              </a:spcAft>
              <a:buFont typeface="Times New Roman" panose="02020603050405020304" pitchFamily="18" charset="0"/>
              <a:buNone/>
              <a:tabLst>
                <a:tab pos="723900" algn="l"/>
                <a:tab pos="1447800" algn="l"/>
                <a:tab pos="2171700" algn="l"/>
                <a:tab pos="2895600" algn="l"/>
                <a:tab pos="3619500" algn="l"/>
                <a:tab pos="4343400" algn="l"/>
                <a:tab pos="5067300" algn="l"/>
                <a:tab pos="5791200" algn="l"/>
              </a:tabLst>
            </a:pPr>
            <a:r>
              <a:rPr lang="es-ES" altLang="es-ES" sz="4400" dirty="0"/>
              <a:t>UNIDAD </a:t>
            </a:r>
            <a:r>
              <a:rPr lang="es-ES" altLang="es-ES" sz="4400"/>
              <a:t>3-parte </a:t>
            </a:r>
            <a:r>
              <a:rPr lang="es-ES" altLang="es-ES" sz="4400" dirty="0"/>
              <a:t>1</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A12A857D-45FE-426B-ABF3-6DCD73028A4B}"/>
              </a:ext>
            </a:extLst>
          </p:cNvPr>
          <p:cNvSpPr txBox="1">
            <a:spLocks noChangeArrowheads="1"/>
          </p:cNvSpPr>
          <p:nvPr/>
        </p:nvSpPr>
        <p:spPr bwMode="auto">
          <a:xfrm>
            <a:off x="539750" y="1052513"/>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lvl="0">
              <a:buNone/>
            </a:pPr>
            <a:r>
              <a:rPr lang="es-ES" sz="2000" b="1" dirty="0"/>
              <a:t>Características propias de OO</a:t>
            </a:r>
            <a:r>
              <a:rPr lang="es-ES" sz="2000" dirty="0"/>
              <a:t>: Abstracción, encapsulación, herencia y polimorfismo.</a:t>
            </a:r>
          </a:p>
          <a:p>
            <a:pPr>
              <a:buNone/>
            </a:pPr>
            <a:r>
              <a:rPr lang="es-ES" sz="2000" b="1" dirty="0"/>
              <a:t>Características propias de un SGBD</a:t>
            </a:r>
            <a:r>
              <a:rPr lang="es-ES" sz="2000" dirty="0"/>
              <a:t>: </a:t>
            </a:r>
          </a:p>
          <a:p>
            <a:pPr marL="342900" indent="-342900"/>
            <a:r>
              <a:rPr lang="es-ES" sz="2000" dirty="0"/>
              <a:t>Identidad</a:t>
            </a:r>
          </a:p>
          <a:p>
            <a:pPr marL="342900" indent="-342900"/>
            <a:r>
              <a:rPr lang="es-ES" sz="2000" dirty="0"/>
              <a:t>Persistencia</a:t>
            </a:r>
          </a:p>
          <a:p>
            <a:pPr marL="342900" indent="-342900"/>
            <a:r>
              <a:rPr lang="es-ES" sz="2000" dirty="0"/>
              <a:t>Concurrencia</a:t>
            </a:r>
          </a:p>
          <a:p>
            <a:pPr marL="342900" indent="-342900"/>
            <a:r>
              <a:rPr lang="es-ES" sz="2000" dirty="0"/>
              <a:t>Recuperación ante fallos</a:t>
            </a:r>
          </a:p>
          <a:p>
            <a:pPr marL="342900" indent="-342900"/>
            <a:r>
              <a:rPr lang="es-ES" sz="2000" dirty="0"/>
              <a:t>Gestión del almacenamiento secundario</a:t>
            </a:r>
          </a:p>
          <a:p>
            <a:pPr marL="342900" indent="-342900"/>
            <a:r>
              <a:rPr lang="es-ES" sz="2000" dirty="0"/>
              <a:t>Facilidad de consultas.</a:t>
            </a:r>
            <a:endParaRPr lang="en-US" sz="2000" dirty="0"/>
          </a:p>
          <a:p>
            <a:pPr lvl="0"/>
            <a:endParaRPr lang="en-US"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1.- CARACTERÍSTICAS de las BDOO </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539750" y="14128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eaLnBrk="1" hangingPunct="1">
              <a:lnSpc>
                <a:spcPct val="100000"/>
              </a:lnSpc>
              <a:spcAft>
                <a:spcPct val="0"/>
              </a:spcAft>
              <a:buSzPct val="45000"/>
              <a:buNone/>
            </a:pPr>
            <a:r>
              <a:rPr lang="es-ES" altLang="es-ES" sz="2400" b="1" dirty="0"/>
              <a:t>Oferta en el mercado</a:t>
            </a:r>
          </a:p>
          <a:p>
            <a:pPr lvl="0"/>
            <a:endParaRPr lang="es-ES" sz="1400" dirty="0"/>
          </a:p>
          <a:p>
            <a:pPr lvl="0"/>
            <a:r>
              <a:rPr lang="es-ES" sz="1800" dirty="0"/>
              <a:t>Sistemas cliente-servidor bajo licencias de software propietario: </a:t>
            </a:r>
            <a:r>
              <a:rPr lang="es-ES" sz="1800" b="1" dirty="0" err="1"/>
              <a:t>ObjectStore</a:t>
            </a:r>
            <a:r>
              <a:rPr lang="es-ES" sz="1800" b="1" dirty="0"/>
              <a:t>, </a:t>
            </a:r>
            <a:r>
              <a:rPr lang="es-ES" sz="1800" b="1" dirty="0" err="1"/>
              <a:t>Objectivity</a:t>
            </a:r>
            <a:r>
              <a:rPr lang="es-ES" sz="1800" b="1" dirty="0"/>
              <a:t>/DB o </a:t>
            </a:r>
            <a:r>
              <a:rPr lang="es-ES" sz="1800" b="1" dirty="0" err="1"/>
              <a:t>Versant</a:t>
            </a:r>
            <a:r>
              <a:rPr lang="es-ES" sz="1800" b="1" dirty="0"/>
              <a:t>.</a:t>
            </a:r>
            <a:endParaRPr lang="en-US" sz="1800" b="1" dirty="0"/>
          </a:p>
          <a:p>
            <a:pPr lvl="0"/>
            <a:r>
              <a:rPr lang="es-ES" sz="1800" dirty="0"/>
              <a:t>Sistemas cliente-servidor bajo licencias de software libre, como </a:t>
            </a:r>
            <a:r>
              <a:rPr lang="es-ES" sz="1800" b="1" dirty="0"/>
              <a:t>Matisse, </a:t>
            </a:r>
            <a:r>
              <a:rPr lang="es-ES" sz="1800" b="1" dirty="0" err="1"/>
              <a:t>MyOODB</a:t>
            </a:r>
            <a:r>
              <a:rPr lang="es-ES" sz="1800" b="1" dirty="0"/>
              <a:t> y </a:t>
            </a:r>
            <a:r>
              <a:rPr lang="es-ES" sz="1800" b="1" dirty="0" err="1"/>
              <a:t>ObjectDB</a:t>
            </a:r>
            <a:endParaRPr lang="en-US" sz="1800" dirty="0"/>
          </a:p>
          <a:p>
            <a:pPr lvl="0"/>
            <a:r>
              <a:rPr lang="es-ES" sz="1800" b="1" dirty="0"/>
              <a:t>Sistemas embebidos </a:t>
            </a:r>
            <a:r>
              <a:rPr lang="es-ES" sz="1800" dirty="0"/>
              <a:t>que se integran dentro de cada aplicación como </a:t>
            </a:r>
            <a:r>
              <a:rPr lang="es-ES" sz="1800" b="1" dirty="0" err="1"/>
              <a:t>ObjectDB</a:t>
            </a:r>
            <a:r>
              <a:rPr lang="es-ES" sz="1800" dirty="0"/>
              <a:t>, </a:t>
            </a:r>
            <a:r>
              <a:rPr lang="es-ES" sz="1800" b="1" dirty="0" err="1"/>
              <a:t>DataNucleus</a:t>
            </a:r>
            <a:r>
              <a:rPr lang="es-ES" sz="1800" dirty="0"/>
              <a:t>, </a:t>
            </a:r>
            <a:r>
              <a:rPr lang="es-ES" sz="1800" b="1" dirty="0" err="1"/>
              <a:t>NeoDatis</a:t>
            </a:r>
            <a:r>
              <a:rPr lang="es-ES" sz="1800" b="1" dirty="0"/>
              <a:t>, DB4O.</a:t>
            </a:r>
            <a:endParaRPr lang="en-US" sz="1800" dirty="0"/>
          </a:p>
          <a:p>
            <a:pPr eaLnBrk="1" hangingPunct="1">
              <a:lnSpc>
                <a:spcPct val="100000"/>
              </a:lnSpc>
              <a:spcAft>
                <a:spcPct val="0"/>
              </a:spcAft>
              <a:buSzPct val="45000"/>
              <a:buFont typeface="Arial" panose="020B0604020202020204" pitchFamily="34" charset="0"/>
              <a:buChar char="•"/>
            </a:pPr>
            <a:r>
              <a:rPr lang="es-ES" sz="1800" b="1" dirty="0"/>
              <a:t>La mayoría </a:t>
            </a:r>
            <a:r>
              <a:rPr lang="es-ES" sz="1800" dirty="0"/>
              <a:t>implementan el estándar </a:t>
            </a:r>
            <a:r>
              <a:rPr lang="es-ES" sz="1800" b="1" dirty="0"/>
              <a:t>ODMG</a:t>
            </a:r>
            <a:r>
              <a:rPr lang="es-ES" sz="1800" dirty="0"/>
              <a:t> y dan soporte para ser manejados con Java</a:t>
            </a:r>
          </a:p>
          <a:p>
            <a:pPr eaLnBrk="1" hangingPunct="1">
              <a:lnSpc>
                <a:spcPct val="100000"/>
              </a:lnSpc>
              <a:spcAft>
                <a:spcPct val="0"/>
              </a:spcAft>
              <a:buSzPct val="45000"/>
              <a:buFont typeface="Arial" panose="020B0604020202020204" pitchFamily="34" charset="0"/>
              <a:buChar char="•"/>
            </a:pPr>
            <a:endParaRPr lang="es-ES" sz="1800" dirty="0"/>
          </a:p>
          <a:p>
            <a:pPr eaLnBrk="1" hangingPunct="1">
              <a:lnSpc>
                <a:spcPct val="100000"/>
              </a:lnSpc>
              <a:spcAft>
                <a:spcPct val="0"/>
              </a:spcAft>
              <a:buSzPct val="45000"/>
              <a:buFont typeface="Arial" panose="020B0604020202020204" pitchFamily="34" charset="0"/>
              <a:buChar char="•"/>
            </a:pPr>
            <a:r>
              <a:rPr lang="es-ES" sz="1800" b="1" dirty="0" err="1"/>
              <a:t>ObjectDB</a:t>
            </a:r>
            <a:r>
              <a:rPr lang="es-ES" sz="1800" b="1" dirty="0"/>
              <a:t> </a:t>
            </a:r>
            <a:r>
              <a:rPr lang="es-ES" sz="1800" b="0" dirty="0"/>
              <a:t>implementa los estándares </a:t>
            </a:r>
            <a:r>
              <a:rPr lang="es-ES" sz="1800" b="1" dirty="0"/>
              <a:t>JPA y JDO </a:t>
            </a:r>
            <a:endParaRPr lang="en-US" sz="1800" dirty="0"/>
          </a:p>
          <a:p>
            <a:pPr eaLnBrk="1" hangingPunct="1">
              <a:lnSpc>
                <a:spcPct val="100000"/>
              </a:lnSpc>
              <a:spcAft>
                <a:spcPct val="0"/>
              </a:spcAft>
              <a:buSzPct val="45000"/>
              <a:buFont typeface="Arial" panose="020B0604020202020204" pitchFamily="34" charset="0"/>
              <a:buChar char="•"/>
            </a:pPr>
            <a:endParaRPr lang="en-US" sz="14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2.- SGBD Orientados a Objetos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539750" y="14128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eaLnBrk="1" hangingPunct="1">
              <a:lnSpc>
                <a:spcPct val="100000"/>
              </a:lnSpc>
              <a:spcAft>
                <a:spcPct val="0"/>
              </a:spcAft>
              <a:buSzPct val="45000"/>
              <a:buNone/>
            </a:pPr>
            <a:r>
              <a:rPr lang="es-ES" sz="2400" b="1" dirty="0">
                <a:solidFill>
                  <a:srgbClr val="0070C0"/>
                </a:solidFill>
              </a:rPr>
              <a:t>Standard ODMG(</a:t>
            </a:r>
            <a:r>
              <a:rPr lang="es-ES" sz="2400" b="1" dirty="0" err="1">
                <a:solidFill>
                  <a:srgbClr val="0070C0"/>
                </a:solidFill>
              </a:rPr>
              <a:t>Object</a:t>
            </a:r>
            <a:r>
              <a:rPr lang="es-ES" sz="2400" b="1" dirty="0">
                <a:solidFill>
                  <a:srgbClr val="0070C0"/>
                </a:solidFill>
              </a:rPr>
              <a:t> Data Management </a:t>
            </a:r>
            <a:r>
              <a:rPr lang="es-ES" sz="2400" b="1" dirty="0" err="1">
                <a:solidFill>
                  <a:srgbClr val="0070C0"/>
                </a:solidFill>
              </a:rPr>
              <a:t>Group</a:t>
            </a:r>
            <a:r>
              <a:rPr lang="es-ES" sz="2400" b="1" dirty="0">
                <a:solidFill>
                  <a:srgbClr val="0070C0"/>
                </a:solidFill>
              </a:rPr>
              <a:t>)</a:t>
            </a:r>
            <a:r>
              <a:rPr lang="es-ES" sz="2400" dirty="0">
                <a:solidFill>
                  <a:srgbClr val="FFFFFF"/>
                </a:solidFill>
              </a:rPr>
              <a:t>)</a:t>
            </a:r>
            <a:endParaRPr lang="es-ES" sz="1400" dirty="0"/>
          </a:p>
          <a:p>
            <a:pPr lvl="0"/>
            <a:endParaRPr lang="es-ES" sz="1800" dirty="0"/>
          </a:p>
          <a:p>
            <a:r>
              <a:rPr lang="es-ES" sz="2000" dirty="0">
                <a:solidFill>
                  <a:srgbClr val="000000"/>
                </a:solidFill>
              </a:rPr>
              <a:t>Es un conjunto de especificaciones sobre como debe ser una API que acceda a bases de datos orientadas a objetos. </a:t>
            </a:r>
          </a:p>
          <a:p>
            <a:r>
              <a:rPr lang="es-ES" sz="2000" dirty="0">
                <a:solidFill>
                  <a:srgbClr val="000000"/>
                </a:solidFill>
              </a:rPr>
              <a:t>Cuando se dice que un SGDBOO implementa ODMG significa que su API respeta las especificaciones ODMG.</a:t>
            </a:r>
          </a:p>
          <a:p>
            <a:r>
              <a:rPr lang="es-ES" sz="2000" dirty="0">
                <a:solidFill>
                  <a:srgbClr val="000000"/>
                </a:solidFill>
              </a:rPr>
              <a:t>Propone un modelo de datos que tiene tres lenguajes:</a:t>
            </a:r>
          </a:p>
          <a:p>
            <a:pPr lvl="1"/>
            <a:r>
              <a:rPr lang="es-ES" sz="2000" dirty="0">
                <a:solidFill>
                  <a:srgbClr val="000000"/>
                </a:solidFill>
              </a:rPr>
              <a:t>ODL: lenguaje de definición de datos</a:t>
            </a:r>
          </a:p>
          <a:p>
            <a:pPr lvl="1"/>
            <a:r>
              <a:rPr lang="es-ES" sz="2000" dirty="0">
                <a:solidFill>
                  <a:srgbClr val="000000"/>
                </a:solidFill>
              </a:rPr>
              <a:t>OML: lenguaje de manipulación de datos (prácticamente igual a SQL, aunque utilizando clases y propiedades en vez de tablas y columnas)</a:t>
            </a:r>
          </a:p>
          <a:p>
            <a:pPr lvl="1"/>
            <a:r>
              <a:rPr lang="es-ES" sz="2000" dirty="0">
                <a:solidFill>
                  <a:srgbClr val="000000"/>
                </a:solidFill>
              </a:rPr>
              <a:t>OQL: lenguaje de consultas de datos (prácticamente igual a SQL, aunque utilizando clases y propiedades en vez de tablas y columnas).</a:t>
            </a:r>
          </a:p>
          <a:p>
            <a:pPr eaLnBrk="1" hangingPunct="1">
              <a:lnSpc>
                <a:spcPct val="100000"/>
              </a:lnSpc>
              <a:spcAft>
                <a:spcPct val="0"/>
              </a:spcAft>
              <a:buSzPct val="45000"/>
              <a:buFont typeface="Arial" panose="020B0604020202020204" pitchFamily="34" charset="0"/>
              <a:buChar char="•"/>
            </a:pPr>
            <a:endParaRPr lang="en-US" sz="14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2.- SGBD Orientados a Objetos. </a:t>
            </a:r>
            <a:r>
              <a:rPr lang="es-ES" sz="2400" b="1" kern="0" dirty="0" err="1">
                <a:solidFill>
                  <a:srgbClr val="FF0000"/>
                </a:solidFill>
              </a:rPr>
              <a:t>ObjectDB</a:t>
            </a:r>
            <a:endParaRPr lang="es-ES" sz="2400" b="1" kern="0" dirty="0">
              <a:solidFill>
                <a:srgbClr val="FF0000"/>
              </a:solidFill>
            </a:endParaRPr>
          </a:p>
        </p:txBody>
      </p:sp>
    </p:spTree>
    <p:extLst>
      <p:ext uri="{BB962C8B-B14F-4D97-AF65-F5344CB8AC3E}">
        <p14:creationId xmlns:p14="http://schemas.microsoft.com/office/powerpoint/2010/main" val="87970448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539750" y="14128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eaLnBrk="1" hangingPunct="1">
              <a:lnSpc>
                <a:spcPct val="100000"/>
              </a:lnSpc>
              <a:spcAft>
                <a:spcPct val="0"/>
              </a:spcAft>
              <a:buSzPct val="45000"/>
              <a:buNone/>
            </a:pPr>
            <a:r>
              <a:rPr lang="es-ES" sz="2400" b="1" dirty="0">
                <a:solidFill>
                  <a:srgbClr val="0070C0"/>
                </a:solidFill>
              </a:rPr>
              <a:t>Standard JPA(Java </a:t>
            </a:r>
            <a:r>
              <a:rPr lang="es-ES" sz="2400" b="1" dirty="0" err="1">
                <a:solidFill>
                  <a:srgbClr val="0070C0"/>
                </a:solidFill>
              </a:rPr>
              <a:t>Persistence</a:t>
            </a:r>
            <a:r>
              <a:rPr lang="es-ES" sz="2400" b="1" dirty="0">
                <a:solidFill>
                  <a:srgbClr val="0070C0"/>
                </a:solidFill>
              </a:rPr>
              <a:t> API)</a:t>
            </a:r>
            <a:r>
              <a:rPr lang="es-ES" sz="2400" dirty="0">
                <a:solidFill>
                  <a:srgbClr val="FFFFFF"/>
                </a:solidFill>
              </a:rPr>
              <a:t>)</a:t>
            </a:r>
            <a:endParaRPr lang="es-ES" sz="1800" dirty="0"/>
          </a:p>
          <a:p>
            <a:endParaRPr lang="es-ES" sz="2000" dirty="0">
              <a:solidFill>
                <a:srgbClr val="000000"/>
              </a:solidFill>
            </a:endParaRPr>
          </a:p>
          <a:p>
            <a:pPr algn="l"/>
            <a:r>
              <a:rPr lang="es-ES" sz="2000" dirty="0">
                <a:solidFill>
                  <a:schemeClr val="tx1"/>
                </a:solidFill>
              </a:rPr>
              <a:t>Es un standard para acceder a bases de datos relacionales desde aplicaciones Java usando </a:t>
            </a:r>
            <a:r>
              <a:rPr lang="es-ES" sz="2000" b="1" dirty="0">
                <a:solidFill>
                  <a:schemeClr val="tx1"/>
                </a:solidFill>
              </a:rPr>
              <a:t>ORM</a:t>
            </a:r>
            <a:r>
              <a:rPr lang="es-ES" sz="2000" dirty="0">
                <a:solidFill>
                  <a:schemeClr val="tx1"/>
                </a:solidFill>
              </a:rPr>
              <a:t>.</a:t>
            </a:r>
          </a:p>
          <a:p>
            <a:pPr algn="l"/>
            <a:r>
              <a:rPr lang="es-ES" sz="2000" b="1" dirty="0">
                <a:solidFill>
                  <a:schemeClr val="tx1"/>
                </a:solidFill>
              </a:rPr>
              <a:t>JPA</a:t>
            </a:r>
            <a:r>
              <a:rPr lang="es-ES" sz="2000" dirty="0">
                <a:solidFill>
                  <a:schemeClr val="tx1"/>
                </a:solidFill>
              </a:rPr>
              <a:t> a diferencia de </a:t>
            </a:r>
            <a:r>
              <a:rPr lang="es-ES" sz="2000" b="1" dirty="0">
                <a:solidFill>
                  <a:schemeClr val="tx1"/>
                </a:solidFill>
              </a:rPr>
              <a:t>JDBC</a:t>
            </a:r>
            <a:r>
              <a:rPr lang="es-ES" sz="2000" dirty="0">
                <a:solidFill>
                  <a:schemeClr val="tx1"/>
                </a:solidFill>
              </a:rPr>
              <a:t> permite representar datos de clases y objetos en lugar de tablas y registros.</a:t>
            </a:r>
          </a:p>
          <a:p>
            <a:pPr algn="l"/>
            <a:r>
              <a:rPr lang="es-ES" sz="2000" b="1" dirty="0" err="1">
                <a:solidFill>
                  <a:schemeClr val="tx1"/>
                </a:solidFill>
              </a:rPr>
              <a:t>Object</a:t>
            </a:r>
            <a:r>
              <a:rPr lang="es-ES" sz="2000" b="1" dirty="0">
                <a:solidFill>
                  <a:schemeClr val="tx1"/>
                </a:solidFill>
              </a:rPr>
              <a:t> </a:t>
            </a:r>
            <a:r>
              <a:rPr lang="es-ES" sz="2000" b="1" dirty="0" err="1">
                <a:solidFill>
                  <a:schemeClr val="tx1"/>
                </a:solidFill>
              </a:rPr>
              <a:t>Relational</a:t>
            </a:r>
            <a:r>
              <a:rPr lang="es-ES" sz="2000" b="1" dirty="0">
                <a:solidFill>
                  <a:schemeClr val="tx1"/>
                </a:solidFill>
              </a:rPr>
              <a:t> </a:t>
            </a:r>
            <a:r>
              <a:rPr lang="es-ES" sz="2000" b="1" dirty="0" err="1">
                <a:solidFill>
                  <a:schemeClr val="tx1"/>
                </a:solidFill>
              </a:rPr>
              <a:t>Mapping</a:t>
            </a:r>
            <a:r>
              <a:rPr lang="es-ES" sz="2000" b="1" dirty="0">
                <a:solidFill>
                  <a:schemeClr val="tx1"/>
                </a:solidFill>
              </a:rPr>
              <a:t> (ORM)</a:t>
            </a:r>
            <a:r>
              <a:rPr lang="es-ES" sz="2000" dirty="0">
                <a:solidFill>
                  <a:schemeClr val="tx1"/>
                </a:solidFill>
              </a:rPr>
              <a:t> es el puente entre la representación de los datos en una base de datos relacional y la de clases y objetos de aplicaciones Java.</a:t>
            </a:r>
          </a:p>
          <a:p>
            <a:pPr algn="l"/>
            <a:r>
              <a:rPr lang="es-ES" sz="2000" b="1" dirty="0" err="1">
                <a:solidFill>
                  <a:schemeClr val="tx1"/>
                </a:solidFill>
              </a:rPr>
              <a:t>ObjectDB</a:t>
            </a:r>
            <a:r>
              <a:rPr lang="es-ES" sz="2000" dirty="0">
                <a:solidFill>
                  <a:schemeClr val="tx1"/>
                </a:solidFill>
              </a:rPr>
              <a:t> tiene soporte integrado de JPA lo que permite que la capa intermedia de mapeo ORM sea eliminada.</a:t>
            </a:r>
          </a:p>
          <a:p>
            <a:pPr algn="l"/>
            <a:r>
              <a:rPr lang="es-ES" sz="2000" b="1" dirty="0" err="1">
                <a:solidFill>
                  <a:srgbClr val="000000"/>
                </a:solidFill>
              </a:rPr>
              <a:t>ObjectDB</a:t>
            </a:r>
            <a:r>
              <a:rPr lang="es-ES" sz="2000" b="1" dirty="0">
                <a:solidFill>
                  <a:srgbClr val="000000"/>
                </a:solidFill>
              </a:rPr>
              <a:t> </a:t>
            </a:r>
            <a:r>
              <a:rPr lang="es-ES" sz="2000" dirty="0">
                <a:solidFill>
                  <a:srgbClr val="000000"/>
                </a:solidFill>
              </a:rPr>
              <a:t>permite así usar una API idéntica a la que se usaría para acceder a bases de datos relacionales.</a:t>
            </a:r>
            <a:endParaRPr lang="en-U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2.- SGBD Orientados a Objetos. </a:t>
            </a:r>
            <a:r>
              <a:rPr lang="es-ES" sz="2400" b="1" kern="0" dirty="0" err="1">
                <a:solidFill>
                  <a:srgbClr val="FF0000"/>
                </a:solidFill>
              </a:rPr>
              <a:t>ObjectDB</a:t>
            </a:r>
            <a:endParaRPr lang="es-ES" sz="2400" b="1" kern="0" dirty="0">
              <a:solidFill>
                <a:srgbClr val="FF0000"/>
              </a:solidFill>
            </a:endParaRPr>
          </a:p>
        </p:txBody>
      </p:sp>
    </p:spTree>
    <p:extLst>
      <p:ext uri="{BB962C8B-B14F-4D97-AF65-F5344CB8AC3E}">
        <p14:creationId xmlns:p14="http://schemas.microsoft.com/office/powerpoint/2010/main" val="296484046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539750" y="14128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eaLnBrk="1" hangingPunct="1">
              <a:lnSpc>
                <a:spcPct val="100000"/>
              </a:lnSpc>
              <a:spcAft>
                <a:spcPct val="0"/>
              </a:spcAft>
              <a:buSzPct val="45000"/>
              <a:buNone/>
            </a:pPr>
            <a:r>
              <a:rPr lang="es-ES" sz="2400" b="1" dirty="0">
                <a:solidFill>
                  <a:srgbClr val="0070C0"/>
                </a:solidFill>
              </a:rPr>
              <a:t>Standard JDO(Java Data </a:t>
            </a:r>
            <a:r>
              <a:rPr lang="es-ES" sz="2400" b="1" dirty="0" err="1">
                <a:solidFill>
                  <a:srgbClr val="0070C0"/>
                </a:solidFill>
              </a:rPr>
              <a:t>Object</a:t>
            </a:r>
            <a:r>
              <a:rPr lang="es-ES" sz="2400" b="1" dirty="0">
                <a:solidFill>
                  <a:srgbClr val="0070C0"/>
                </a:solidFill>
              </a:rPr>
              <a:t>)</a:t>
            </a:r>
            <a:r>
              <a:rPr lang="es-ES" sz="2400" dirty="0">
                <a:solidFill>
                  <a:srgbClr val="FFFFFF"/>
                </a:solidFill>
              </a:rPr>
              <a:t>)</a:t>
            </a:r>
            <a:endParaRPr lang="es-ES" sz="1800" dirty="0"/>
          </a:p>
          <a:p>
            <a:endParaRPr lang="es-ES" sz="2000" dirty="0">
              <a:solidFill>
                <a:srgbClr val="000000"/>
              </a:solidFill>
            </a:endParaRPr>
          </a:p>
          <a:p>
            <a:pPr algn="l"/>
            <a:r>
              <a:rPr lang="es-ES" sz="1800" b="0" i="0" u="none" strike="noStrike" baseline="0" dirty="0">
                <a:latin typeface="NimbusSanL-Regu"/>
              </a:rPr>
              <a:t>Es otro standard para acceder a datos persistentes en bases de datos orientadas a objetos, utilizando clases simples asociadas a ficheros de metadatos que caracterizan los atributos de esas clases.</a:t>
            </a:r>
          </a:p>
          <a:p>
            <a:pPr algn="l"/>
            <a:r>
              <a:rPr lang="es-ES" sz="1800" b="0" i="0" u="none" strike="noStrike" baseline="0" dirty="0">
                <a:latin typeface="NimbusSanL-Regu"/>
              </a:rPr>
              <a:t>JDO fue dise</a:t>
            </a:r>
            <a:r>
              <a:rPr lang="es-ES" sz="1800" dirty="0">
                <a:latin typeface="NimbusSanL-Regu"/>
              </a:rPr>
              <a:t>ña</a:t>
            </a:r>
            <a:r>
              <a:rPr lang="es-ES" sz="1800" b="0" i="0" u="none" strike="noStrike" baseline="0" dirty="0">
                <a:latin typeface="NimbusSanL-Regu"/>
              </a:rPr>
              <a:t>do para usar tanto en  bases de datos relacionales como en bases de datos orientadas a objetos.</a:t>
            </a:r>
          </a:p>
          <a:p>
            <a:pPr algn="l"/>
            <a:r>
              <a:rPr lang="es-ES" sz="1800" b="0" i="0" u="none" strike="noStrike" baseline="0" dirty="0">
                <a:latin typeface="NimbusSanL-Regu"/>
              </a:rPr>
              <a:t>Las bases de datos </a:t>
            </a:r>
            <a:r>
              <a:rPr lang="es-ES" sz="1800" b="1" i="0" u="none" strike="noStrike" baseline="0" dirty="0" err="1">
                <a:latin typeface="NimbusSanL-Regu"/>
              </a:rPr>
              <a:t>ObjectDB</a:t>
            </a:r>
            <a:r>
              <a:rPr lang="es-ES" sz="1800" b="0" i="0" u="none" strike="noStrike" baseline="0" dirty="0">
                <a:latin typeface="NimbusSanL-Regu"/>
              </a:rPr>
              <a:t> pueden ser manipuladas por </a:t>
            </a:r>
            <a:r>
              <a:rPr lang="es-ES" sz="1800" b="0" i="0" u="none" strike="noStrike" baseline="0" dirty="0" err="1">
                <a:latin typeface="NimbusSanL-Regu"/>
              </a:rPr>
              <a:t>APIs</a:t>
            </a:r>
            <a:r>
              <a:rPr lang="es-ES" sz="1800" b="0" i="0" u="none" strike="noStrike" baseline="0" dirty="0">
                <a:latin typeface="NimbusSanL-Regu"/>
              </a:rPr>
              <a:t> por la API JPA o por la API JDO.</a:t>
            </a:r>
          </a:p>
          <a:p>
            <a:pPr algn="l"/>
            <a:r>
              <a:rPr lang="es-ES" sz="1800" b="0" i="0" u="none" strike="noStrike" baseline="0" dirty="0">
                <a:latin typeface="NimbusSanL-Regu"/>
              </a:rPr>
              <a:t>JPA es m</a:t>
            </a:r>
            <a:r>
              <a:rPr lang="es-ES" sz="1800" dirty="0">
                <a:latin typeface="NimbusSanL-Regu"/>
              </a:rPr>
              <a:t>á</a:t>
            </a:r>
            <a:r>
              <a:rPr lang="es-ES" sz="1800" b="0" i="0" u="none" strike="noStrike" baseline="0" dirty="0">
                <a:latin typeface="NimbusSanL-Regu"/>
              </a:rPr>
              <a:t>s utilizado.</a:t>
            </a:r>
            <a:endParaRPr lang="en-US" sz="2000" dirty="0"/>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2.- SGBD Orientados a Objetos. </a:t>
            </a:r>
            <a:r>
              <a:rPr lang="es-ES" sz="2400" b="1" kern="0" dirty="0" err="1">
                <a:solidFill>
                  <a:srgbClr val="FF0000"/>
                </a:solidFill>
              </a:rPr>
              <a:t>ObjectDB</a:t>
            </a:r>
            <a:endParaRPr lang="es-ES" sz="2400" b="1" kern="0" dirty="0">
              <a:solidFill>
                <a:srgbClr val="FF0000"/>
              </a:solidFill>
            </a:endParaRPr>
          </a:p>
        </p:txBody>
      </p:sp>
    </p:spTree>
    <p:extLst>
      <p:ext uri="{BB962C8B-B14F-4D97-AF65-F5344CB8AC3E}">
        <p14:creationId xmlns:p14="http://schemas.microsoft.com/office/powerpoint/2010/main" val="241404797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539750" y="14128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eaLnBrk="1" hangingPunct="1">
              <a:lnSpc>
                <a:spcPct val="100000"/>
              </a:lnSpc>
              <a:spcAft>
                <a:spcPct val="0"/>
              </a:spcAft>
              <a:buSzPct val="45000"/>
              <a:buNone/>
            </a:pPr>
            <a:r>
              <a:rPr lang="es-ES" sz="2400" b="1" dirty="0">
                <a:solidFill>
                  <a:srgbClr val="0070C0"/>
                </a:solidFill>
              </a:rPr>
              <a:t>Características de </a:t>
            </a:r>
            <a:r>
              <a:rPr lang="es-ES" sz="2400" b="1" dirty="0" err="1">
                <a:solidFill>
                  <a:srgbClr val="0070C0"/>
                </a:solidFill>
              </a:rPr>
              <a:t>ObjectDB</a:t>
            </a:r>
            <a:endParaRPr lang="es-ES" sz="1800" dirty="0"/>
          </a:p>
          <a:p>
            <a:endParaRPr lang="es-ES" sz="2000" dirty="0">
              <a:solidFill>
                <a:srgbClr val="000000"/>
              </a:solidFill>
            </a:endParaRPr>
          </a:p>
          <a:p>
            <a:pPr algn="l">
              <a:buFont typeface="Wingdings" panose="05000000000000000000" pitchFamily="2" charset="2"/>
              <a:buChar char="q"/>
            </a:pPr>
            <a:r>
              <a:rPr lang="es-ES" sz="1800" b="1" i="0" u="none" strike="noStrike" baseline="0" dirty="0" err="1">
                <a:latin typeface="NimbusSanL-Regu"/>
              </a:rPr>
              <a:t>Object</a:t>
            </a:r>
            <a:r>
              <a:rPr lang="es-ES" sz="1800" b="1" dirty="0" err="1">
                <a:latin typeface="NimbusSanL-Regu"/>
              </a:rPr>
              <a:t>DB</a:t>
            </a:r>
            <a:r>
              <a:rPr lang="es-ES" sz="1800" dirty="0">
                <a:latin typeface="NimbusSanL-Regu"/>
              </a:rPr>
              <a:t> tiene dos distribuciones: la cliente-servidor y la que funciona en modo embebido.</a:t>
            </a:r>
            <a:endParaRPr lang="es-ES" sz="1800" b="0" i="0" u="none" strike="noStrike" baseline="0" dirty="0">
              <a:latin typeface="NimbusSanL-Regu"/>
            </a:endParaRPr>
          </a:p>
          <a:p>
            <a:pPr lvl="1">
              <a:buFont typeface="Wingdings" panose="05000000000000000000" pitchFamily="2" charset="2"/>
              <a:buChar char="q"/>
            </a:pPr>
            <a:r>
              <a:rPr lang="es-ES" sz="1800" b="0" i="0" u="none" strike="noStrike" baseline="0" dirty="0">
                <a:latin typeface="+mn-lt"/>
              </a:rPr>
              <a:t>En modo </a:t>
            </a:r>
            <a:r>
              <a:rPr lang="es-ES" sz="1800" b="1" i="0" u="none" strike="noStrike" baseline="0" dirty="0">
                <a:latin typeface="+mn-lt"/>
              </a:rPr>
              <a:t>embebido</a:t>
            </a:r>
            <a:r>
              <a:rPr lang="es-ES" sz="1800" b="0" i="0" u="none" strike="noStrike" baseline="0" dirty="0">
                <a:latin typeface="+mn-lt"/>
              </a:rPr>
              <a:t> no necesita instalarse, las aplicaciones incluirán el driver que gestione la base de datos correspondiente. La base de datos será un archivo.</a:t>
            </a:r>
          </a:p>
          <a:p>
            <a:pPr lvl="1">
              <a:buFont typeface="Wingdings" panose="05000000000000000000" pitchFamily="2" charset="2"/>
              <a:buChar char="q"/>
            </a:pPr>
            <a:r>
              <a:rPr lang="es-ES" sz="1800" dirty="0">
                <a:latin typeface="+mn-lt"/>
              </a:rPr>
              <a:t>En modo </a:t>
            </a:r>
            <a:r>
              <a:rPr lang="es-ES" sz="1800" b="1" dirty="0">
                <a:latin typeface="+mn-lt"/>
              </a:rPr>
              <a:t>cliente-servidor</a:t>
            </a:r>
            <a:r>
              <a:rPr lang="es-ES" sz="1800" dirty="0">
                <a:latin typeface="+mn-lt"/>
              </a:rPr>
              <a:t>, se instala el servidor en un equipo y las aplicaciones establecen conexiones con ese servidor.</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2.- SGBD Orientados a Objetos. </a:t>
            </a:r>
            <a:r>
              <a:rPr lang="es-ES" sz="2400" b="1" kern="0" dirty="0" err="1">
                <a:solidFill>
                  <a:srgbClr val="FF0000"/>
                </a:solidFill>
              </a:rPr>
              <a:t>ObjectDB</a:t>
            </a:r>
            <a:endParaRPr lang="es-ES" sz="2400" b="1" kern="0" dirty="0">
              <a:solidFill>
                <a:srgbClr val="FF0000"/>
              </a:solidFill>
            </a:endParaRPr>
          </a:p>
        </p:txBody>
      </p:sp>
    </p:spTree>
    <p:extLst>
      <p:ext uri="{BB962C8B-B14F-4D97-AF65-F5344CB8AC3E}">
        <p14:creationId xmlns:p14="http://schemas.microsoft.com/office/powerpoint/2010/main" val="375486777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539750" y="14128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algn="l">
              <a:buFont typeface="Wingdings" panose="05000000000000000000" pitchFamily="2" charset="2"/>
              <a:buChar char="q"/>
            </a:pPr>
            <a:r>
              <a:rPr lang="es-ES" sz="1800" dirty="0">
                <a:latin typeface="NimbusSanL-Regu"/>
              </a:rPr>
              <a:t>Para desarrollar una aplicación Java con acceso a </a:t>
            </a:r>
            <a:r>
              <a:rPr lang="es-ES" sz="1800" dirty="0" err="1">
                <a:latin typeface="NimbusSanL-Regu"/>
              </a:rPr>
              <a:t>ObjectDB</a:t>
            </a:r>
            <a:r>
              <a:rPr lang="es-ES" sz="1800" dirty="0">
                <a:latin typeface="NimbusSanL-Regu"/>
              </a:rPr>
              <a:t>, debemos añadir un repositorio y una dependencia Maven al archivo </a:t>
            </a:r>
            <a:r>
              <a:rPr lang="es-ES" sz="1800" b="1" dirty="0">
                <a:latin typeface="NimbusSanL-Regu"/>
              </a:rPr>
              <a:t>pom.xml.</a:t>
            </a:r>
            <a:endParaRPr lang="es-ES" sz="1800" dirty="0">
              <a:latin typeface="NimbusSanL-Regu"/>
            </a:endParaRPr>
          </a:p>
          <a:p>
            <a:pPr lvl="1">
              <a:buFont typeface="Wingdings" panose="05000000000000000000" pitchFamily="2" charset="2"/>
              <a:buChar char="§"/>
            </a:pPr>
            <a:r>
              <a:rPr lang="es-ES" sz="1800" b="0" i="0" u="none" strike="noStrike" baseline="0" dirty="0">
                <a:latin typeface="+mn-lt"/>
              </a:rPr>
              <a:t>Repositorio</a:t>
            </a:r>
          </a:p>
          <a:p>
            <a:pPr marL="457200" lvl="1" indent="0">
              <a:lnSpc>
                <a:spcPct val="100000"/>
              </a:lnSpc>
              <a:spcAft>
                <a:spcPts val="0"/>
              </a:spcAft>
              <a:buNone/>
            </a:pPr>
            <a:r>
              <a:rPr lang="en-US" sz="1600" dirty="0">
                <a:latin typeface="Courier New" panose="02070309020205020404" pitchFamily="49" charset="0"/>
                <a:cs typeface="Courier New" panose="02070309020205020404" pitchFamily="49" charset="0"/>
              </a:rPr>
              <a:t>&lt;repository&gt;</a:t>
            </a:r>
          </a:p>
          <a:p>
            <a:pPr marL="457200" lvl="1" indent="0">
              <a:lnSpc>
                <a:spcPct val="100000"/>
              </a:lnSpc>
              <a:spcAft>
                <a:spcPts val="0"/>
              </a:spcAft>
              <a:buNone/>
            </a:pPr>
            <a:r>
              <a:rPr lang="en-US" sz="1800" b="0" i="0" u="none" strike="noStrike" baseline="0" dirty="0">
                <a:latin typeface="+mn-lt"/>
              </a:rPr>
              <a:t>    </a:t>
            </a:r>
            <a:r>
              <a:rPr lang="en-US" sz="1600" b="0" i="0" u="none" strike="noStrike" baseline="0" dirty="0">
                <a:latin typeface="Courier New" panose="02070309020205020404" pitchFamily="49" charset="0"/>
                <a:cs typeface="Courier New" panose="02070309020205020404" pitchFamily="49" charset="0"/>
              </a:rPr>
              <a:t>&lt;id&gt;</a:t>
            </a:r>
            <a:r>
              <a:rPr lang="en-US" sz="1600" b="0" i="0" u="none" strike="noStrike" baseline="0" dirty="0" err="1">
                <a:latin typeface="Courier New" panose="02070309020205020404" pitchFamily="49" charset="0"/>
                <a:cs typeface="Courier New" panose="02070309020205020404" pitchFamily="49" charset="0"/>
              </a:rPr>
              <a:t>objectdb</a:t>
            </a:r>
            <a:r>
              <a:rPr lang="en-US" sz="1600" b="0" i="0" u="none" strike="noStrike" baseline="0" dirty="0">
                <a:latin typeface="Courier New" panose="02070309020205020404" pitchFamily="49" charset="0"/>
                <a:cs typeface="Courier New" panose="02070309020205020404" pitchFamily="49" charset="0"/>
              </a:rPr>
              <a:t>&lt;/id&gt;</a:t>
            </a:r>
          </a:p>
          <a:p>
            <a:pPr marL="457200" lvl="1" indent="0">
              <a:lnSpc>
                <a:spcPct val="100000"/>
              </a:lnSpc>
              <a:spcAft>
                <a:spcPts val="0"/>
              </a:spcAft>
              <a:buNone/>
            </a:pPr>
            <a:r>
              <a:rPr lang="en-US" sz="1600" b="0" i="0" u="none" strike="noStrike" baseline="0" dirty="0">
                <a:latin typeface="Courier New" panose="02070309020205020404" pitchFamily="49" charset="0"/>
                <a:cs typeface="Courier New" panose="02070309020205020404" pitchFamily="49" charset="0"/>
              </a:rPr>
              <a:t>    &lt;name&gt;</a:t>
            </a:r>
            <a:r>
              <a:rPr lang="en-US" sz="1600" b="0" i="0" u="none" strike="noStrike" baseline="0" dirty="0" err="1">
                <a:latin typeface="Courier New" panose="02070309020205020404" pitchFamily="49" charset="0"/>
                <a:cs typeface="Courier New" panose="02070309020205020404" pitchFamily="49" charset="0"/>
              </a:rPr>
              <a:t>ObjectDB</a:t>
            </a:r>
            <a:r>
              <a:rPr lang="en-US" sz="1600" b="0" i="0" u="none" strike="noStrike" baseline="0" dirty="0">
                <a:latin typeface="Courier New" panose="02070309020205020404" pitchFamily="49" charset="0"/>
                <a:cs typeface="Courier New" panose="02070309020205020404" pitchFamily="49" charset="0"/>
              </a:rPr>
              <a:t> Repository&lt;/name&gt;</a:t>
            </a:r>
          </a:p>
          <a:p>
            <a:pPr marL="457200" lvl="1" indent="0">
              <a:lnSpc>
                <a:spcPct val="100000"/>
              </a:lnSpc>
              <a:spcAft>
                <a:spcPts val="0"/>
              </a:spcAft>
              <a:buNone/>
            </a:pPr>
            <a:r>
              <a:rPr lang="en-US" sz="1600" b="0" i="0" u="none" strike="noStrike" baseline="0" dirty="0">
                <a:latin typeface="Courier New" panose="02070309020205020404" pitchFamily="49" charset="0"/>
                <a:cs typeface="Courier New" panose="02070309020205020404" pitchFamily="49" charset="0"/>
              </a:rPr>
              <a:t>    &lt;</a:t>
            </a:r>
            <a:r>
              <a:rPr lang="en-US" sz="1600" b="0" i="0" u="none" strike="noStrike" baseline="0" dirty="0" err="1">
                <a:latin typeface="Courier New" panose="02070309020205020404" pitchFamily="49" charset="0"/>
                <a:cs typeface="Courier New" panose="02070309020205020404" pitchFamily="49" charset="0"/>
              </a:rPr>
              <a:t>url</a:t>
            </a:r>
            <a:r>
              <a:rPr lang="en-US" sz="1600" b="0" i="0" u="none" strike="noStrike" baseline="0" dirty="0">
                <a:latin typeface="Courier New" panose="02070309020205020404" pitchFamily="49" charset="0"/>
                <a:cs typeface="Courier New" panose="02070309020205020404" pitchFamily="49" charset="0"/>
              </a:rPr>
              <a:t>&gt;https://m2.objectdb.com&lt;/url&gt;</a:t>
            </a:r>
          </a:p>
          <a:p>
            <a:pPr marL="457200" lvl="1" indent="0">
              <a:lnSpc>
                <a:spcPct val="100000"/>
              </a:lnSpc>
              <a:spcAft>
                <a:spcPts val="0"/>
              </a:spcAft>
              <a:buNone/>
            </a:pPr>
            <a:r>
              <a:rPr lang="en-US" sz="1600" b="0" i="0" u="none" strike="noStrike" baseline="0" dirty="0">
                <a:latin typeface="Courier New" panose="02070309020205020404" pitchFamily="49" charset="0"/>
                <a:cs typeface="Courier New" panose="02070309020205020404" pitchFamily="49" charset="0"/>
              </a:rPr>
              <a:t>&lt;/repository&gt;</a:t>
            </a:r>
            <a:endParaRPr lang="es-ES" sz="1600" b="0" i="0" u="none" strike="noStrike" baseline="0" dirty="0">
              <a:latin typeface="Courier New" panose="02070309020205020404" pitchFamily="49" charset="0"/>
              <a:cs typeface="Courier New" panose="02070309020205020404" pitchFamily="49" charset="0"/>
            </a:endParaRPr>
          </a:p>
          <a:p>
            <a:pPr lvl="1">
              <a:buFont typeface="Wingdings" panose="05000000000000000000" pitchFamily="2" charset="2"/>
              <a:buChar char="q"/>
            </a:pPr>
            <a:endParaRPr lang="es-ES" sz="1800" dirty="0">
              <a:latin typeface="+mn-lt"/>
            </a:endParaRPr>
          </a:p>
          <a:p>
            <a:pPr lvl="1">
              <a:buFont typeface="Wingdings" panose="05000000000000000000" pitchFamily="2" charset="2"/>
              <a:buChar char="§"/>
            </a:pPr>
            <a:r>
              <a:rPr lang="es-ES" sz="1800" dirty="0">
                <a:latin typeface="+mn-lt"/>
              </a:rPr>
              <a:t>Dependencia</a:t>
            </a:r>
          </a:p>
          <a:p>
            <a:pPr marL="457200" lvl="1" indent="0">
              <a:lnSpc>
                <a:spcPct val="100000"/>
              </a:lnSpc>
              <a:spcAft>
                <a:spcPts val="0"/>
              </a:spcAft>
              <a:buNone/>
            </a:pPr>
            <a:r>
              <a:rPr lang="es-ES" sz="1600" dirty="0">
                <a:latin typeface="Courier New" panose="02070309020205020404" pitchFamily="49" charset="0"/>
                <a:cs typeface="Courier New" panose="02070309020205020404" pitchFamily="49" charset="0"/>
              </a:rPr>
              <a:t>&lt;</a:t>
            </a:r>
            <a:r>
              <a:rPr lang="es-ES" sz="1600" dirty="0" err="1">
                <a:latin typeface="Courier New" panose="02070309020205020404" pitchFamily="49" charset="0"/>
                <a:cs typeface="Courier New" panose="02070309020205020404" pitchFamily="49" charset="0"/>
              </a:rPr>
              <a:t>dependency</a:t>
            </a:r>
            <a:r>
              <a:rPr lang="es-ES" sz="1600" dirty="0">
                <a:latin typeface="Courier New" panose="02070309020205020404" pitchFamily="49" charset="0"/>
                <a:cs typeface="Courier New" panose="02070309020205020404" pitchFamily="49" charset="0"/>
              </a:rPr>
              <a:t>&gt;</a:t>
            </a:r>
          </a:p>
          <a:p>
            <a:pPr marL="457200" lvl="1" indent="0">
              <a:lnSpc>
                <a:spcPct val="100000"/>
              </a:lnSpc>
              <a:spcAft>
                <a:spcPts val="0"/>
              </a:spcAft>
              <a:buNone/>
            </a:pPr>
            <a:r>
              <a:rPr lang="es-ES" sz="1600" dirty="0">
                <a:latin typeface="Courier New" panose="02070309020205020404" pitchFamily="49" charset="0"/>
                <a:cs typeface="Courier New" panose="02070309020205020404" pitchFamily="49" charset="0"/>
              </a:rPr>
              <a:t>    &lt;</a:t>
            </a:r>
            <a:r>
              <a:rPr lang="es-ES" sz="1600" dirty="0" err="1">
                <a:latin typeface="Courier New" panose="02070309020205020404" pitchFamily="49" charset="0"/>
                <a:cs typeface="Courier New" panose="02070309020205020404" pitchFamily="49" charset="0"/>
              </a:rPr>
              <a:t>groupId</a:t>
            </a:r>
            <a:r>
              <a:rPr lang="es-ES" sz="1600" dirty="0">
                <a:latin typeface="Courier New" panose="02070309020205020404" pitchFamily="49" charset="0"/>
                <a:cs typeface="Courier New" panose="02070309020205020404" pitchFamily="49" charset="0"/>
              </a:rPr>
              <a:t>&gt;</a:t>
            </a:r>
            <a:r>
              <a:rPr lang="es-ES" sz="1600" dirty="0" err="1">
                <a:latin typeface="Courier New" panose="02070309020205020404" pitchFamily="49" charset="0"/>
                <a:cs typeface="Courier New" panose="02070309020205020404" pitchFamily="49" charset="0"/>
              </a:rPr>
              <a:t>com.objectdb</a:t>
            </a:r>
            <a:r>
              <a:rPr lang="es-ES" sz="1600" dirty="0">
                <a:latin typeface="Courier New" panose="02070309020205020404" pitchFamily="49" charset="0"/>
                <a:cs typeface="Courier New" panose="02070309020205020404" pitchFamily="49" charset="0"/>
              </a:rPr>
              <a:t>&lt;/</a:t>
            </a:r>
            <a:r>
              <a:rPr lang="es-ES" sz="1600" dirty="0" err="1">
                <a:latin typeface="Courier New" panose="02070309020205020404" pitchFamily="49" charset="0"/>
                <a:cs typeface="Courier New" panose="02070309020205020404" pitchFamily="49" charset="0"/>
              </a:rPr>
              <a:t>groupId</a:t>
            </a:r>
            <a:r>
              <a:rPr lang="es-ES" sz="1600" dirty="0">
                <a:latin typeface="Courier New" panose="02070309020205020404" pitchFamily="49" charset="0"/>
                <a:cs typeface="Courier New" panose="02070309020205020404" pitchFamily="49" charset="0"/>
              </a:rPr>
              <a:t>&gt;</a:t>
            </a:r>
          </a:p>
          <a:p>
            <a:pPr marL="457200" lvl="1" indent="0">
              <a:lnSpc>
                <a:spcPct val="100000"/>
              </a:lnSpc>
              <a:spcAft>
                <a:spcPts val="0"/>
              </a:spcAft>
              <a:buNone/>
            </a:pPr>
            <a:r>
              <a:rPr lang="es-ES" sz="1600" dirty="0">
                <a:latin typeface="Courier New" panose="02070309020205020404" pitchFamily="49" charset="0"/>
                <a:cs typeface="Courier New" panose="02070309020205020404" pitchFamily="49" charset="0"/>
              </a:rPr>
              <a:t>    &lt;</a:t>
            </a:r>
            <a:r>
              <a:rPr lang="es-ES" sz="1600" dirty="0" err="1">
                <a:latin typeface="Courier New" panose="02070309020205020404" pitchFamily="49" charset="0"/>
                <a:cs typeface="Courier New" panose="02070309020205020404" pitchFamily="49" charset="0"/>
              </a:rPr>
              <a:t>artifactId</a:t>
            </a:r>
            <a:r>
              <a:rPr lang="es-ES" sz="1600" dirty="0">
                <a:latin typeface="Courier New" panose="02070309020205020404" pitchFamily="49" charset="0"/>
                <a:cs typeface="Courier New" panose="02070309020205020404" pitchFamily="49" charset="0"/>
              </a:rPr>
              <a:t>&gt;</a:t>
            </a:r>
            <a:r>
              <a:rPr lang="es-ES" sz="1600" dirty="0" err="1">
                <a:latin typeface="Courier New" panose="02070309020205020404" pitchFamily="49" charset="0"/>
                <a:cs typeface="Courier New" panose="02070309020205020404" pitchFamily="49" charset="0"/>
              </a:rPr>
              <a:t>objectdb</a:t>
            </a:r>
            <a:r>
              <a:rPr lang="es-ES" sz="1600" dirty="0">
                <a:latin typeface="Courier New" panose="02070309020205020404" pitchFamily="49" charset="0"/>
                <a:cs typeface="Courier New" panose="02070309020205020404" pitchFamily="49" charset="0"/>
              </a:rPr>
              <a:t>&lt;/</a:t>
            </a:r>
            <a:r>
              <a:rPr lang="es-ES" sz="1600" dirty="0" err="1">
                <a:latin typeface="Courier New" panose="02070309020205020404" pitchFamily="49" charset="0"/>
                <a:cs typeface="Courier New" panose="02070309020205020404" pitchFamily="49" charset="0"/>
              </a:rPr>
              <a:t>artifactId</a:t>
            </a:r>
            <a:r>
              <a:rPr lang="es-ES" sz="1600" dirty="0">
                <a:latin typeface="Courier New" panose="02070309020205020404" pitchFamily="49" charset="0"/>
                <a:cs typeface="Courier New" panose="02070309020205020404" pitchFamily="49" charset="0"/>
              </a:rPr>
              <a:t>&gt;</a:t>
            </a:r>
          </a:p>
          <a:p>
            <a:pPr marL="457200" lvl="1" indent="0">
              <a:lnSpc>
                <a:spcPct val="100000"/>
              </a:lnSpc>
              <a:spcAft>
                <a:spcPts val="0"/>
              </a:spcAft>
              <a:buNone/>
            </a:pPr>
            <a:r>
              <a:rPr lang="es-ES" sz="1600" dirty="0">
                <a:latin typeface="Courier New" panose="02070309020205020404" pitchFamily="49" charset="0"/>
                <a:cs typeface="Courier New" panose="02070309020205020404" pitchFamily="49" charset="0"/>
              </a:rPr>
              <a:t>    &lt;</a:t>
            </a:r>
            <a:r>
              <a:rPr lang="es-ES" sz="1600" dirty="0" err="1">
                <a:latin typeface="Courier New" panose="02070309020205020404" pitchFamily="49" charset="0"/>
                <a:cs typeface="Courier New" panose="02070309020205020404" pitchFamily="49" charset="0"/>
              </a:rPr>
              <a:t>version</a:t>
            </a:r>
            <a:r>
              <a:rPr lang="es-ES" sz="1600" dirty="0">
                <a:latin typeface="Courier New" panose="02070309020205020404" pitchFamily="49" charset="0"/>
                <a:cs typeface="Courier New" panose="02070309020205020404" pitchFamily="49" charset="0"/>
              </a:rPr>
              <a:t>&gt;2.8.1&lt;/</a:t>
            </a:r>
            <a:r>
              <a:rPr lang="es-ES" sz="1600" dirty="0" err="1">
                <a:latin typeface="Courier New" panose="02070309020205020404" pitchFamily="49" charset="0"/>
                <a:cs typeface="Courier New" panose="02070309020205020404" pitchFamily="49" charset="0"/>
              </a:rPr>
              <a:t>version</a:t>
            </a:r>
            <a:r>
              <a:rPr lang="es-ES" sz="1600" dirty="0">
                <a:latin typeface="Courier New" panose="02070309020205020404" pitchFamily="49" charset="0"/>
                <a:cs typeface="Courier New" panose="02070309020205020404" pitchFamily="49" charset="0"/>
              </a:rPr>
              <a:t>&gt;</a:t>
            </a:r>
          </a:p>
          <a:p>
            <a:pPr marL="457200" lvl="1" indent="0">
              <a:lnSpc>
                <a:spcPct val="100000"/>
              </a:lnSpc>
              <a:spcAft>
                <a:spcPts val="0"/>
              </a:spcAft>
              <a:buNone/>
            </a:pPr>
            <a:r>
              <a:rPr lang="es-ES" sz="1600" dirty="0">
                <a:latin typeface="Courier New" panose="02070309020205020404" pitchFamily="49" charset="0"/>
                <a:cs typeface="Courier New" panose="02070309020205020404" pitchFamily="49" charset="0"/>
              </a:rPr>
              <a:t>&lt;/</a:t>
            </a:r>
            <a:r>
              <a:rPr lang="es-ES" sz="1600" dirty="0" err="1">
                <a:latin typeface="Courier New" panose="02070309020205020404" pitchFamily="49" charset="0"/>
                <a:cs typeface="Courier New" panose="02070309020205020404" pitchFamily="49" charset="0"/>
              </a:rPr>
              <a:t>dependency</a:t>
            </a:r>
            <a:r>
              <a:rPr lang="es-ES" sz="1600" dirty="0">
                <a:latin typeface="Courier New" panose="02070309020205020404" pitchFamily="49" charset="0"/>
                <a:cs typeface="Courier New" panose="02070309020205020404" pitchFamily="49" charset="0"/>
              </a:rPr>
              <a:t>&gt;</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p:txBody>
      </p:sp>
    </p:spTree>
    <p:extLst>
      <p:ext uri="{BB962C8B-B14F-4D97-AF65-F5344CB8AC3E}">
        <p14:creationId xmlns:p14="http://schemas.microsoft.com/office/powerpoint/2010/main" val="254638499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439959" y="1657663"/>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algn="l">
              <a:buNone/>
            </a:pPr>
            <a:r>
              <a:rPr lang="es-ES" sz="1800" dirty="0">
                <a:latin typeface="NimbusSanL-Regu"/>
              </a:rPr>
              <a:t>Para poder almacenar objetos de una clase en la base de datos usando JPA, necesitamos definir una </a:t>
            </a:r>
            <a:r>
              <a:rPr lang="es-ES" sz="1800" b="1" dirty="0" err="1">
                <a:latin typeface="NimbusSanL-Regu"/>
              </a:rPr>
              <a:t>Entity</a:t>
            </a:r>
            <a:r>
              <a:rPr lang="es-ES" sz="1800" b="1" dirty="0">
                <a:latin typeface="NimbusSanL-Regu"/>
              </a:rPr>
              <a:t> </a:t>
            </a:r>
            <a:r>
              <a:rPr lang="es-ES" sz="1800" b="1" dirty="0" err="1">
                <a:latin typeface="NimbusSanL-Regu"/>
              </a:rPr>
              <a:t>Class</a:t>
            </a:r>
            <a:r>
              <a:rPr lang="es-ES" sz="1800" dirty="0">
                <a:latin typeface="NimbusSanL-Regu"/>
              </a:rPr>
              <a:t>. Una </a:t>
            </a:r>
            <a:r>
              <a:rPr lang="es-ES" sz="1800" dirty="0" err="1">
                <a:latin typeface="NimbusSanL-Regu"/>
              </a:rPr>
              <a:t>Entity</a:t>
            </a:r>
            <a:r>
              <a:rPr lang="es-ES" sz="1800" dirty="0">
                <a:latin typeface="NimbusSanL-Regu"/>
              </a:rPr>
              <a:t> </a:t>
            </a:r>
            <a:r>
              <a:rPr lang="es-ES" sz="1800" dirty="0" err="1">
                <a:latin typeface="NimbusSanL-Regu"/>
              </a:rPr>
              <a:t>Class</a:t>
            </a:r>
            <a:r>
              <a:rPr lang="es-ES" sz="1800" dirty="0">
                <a:latin typeface="NimbusSanL-Regu"/>
              </a:rPr>
              <a:t> JPA es una clase POJO, es decir, una clase Java ordinaria que está marcada (anotada) para que tenga la capacidad de representar objetos en la base de datos. </a:t>
            </a:r>
          </a:p>
          <a:p>
            <a:pPr marL="1587" indent="0" algn="l">
              <a:buNone/>
            </a:pPr>
            <a:r>
              <a:rPr lang="es-ES" sz="1800" dirty="0">
                <a:latin typeface="NimbusSanL-Regu"/>
              </a:rPr>
              <a:t>Para que una clase sea </a:t>
            </a:r>
            <a:r>
              <a:rPr lang="es-ES" sz="1800" b="1" dirty="0" err="1">
                <a:latin typeface="NimbusSanL-Regu"/>
              </a:rPr>
              <a:t>Entity</a:t>
            </a:r>
            <a:r>
              <a:rPr lang="es-ES" sz="1800" b="1" dirty="0">
                <a:latin typeface="NimbusSanL-Regu"/>
              </a:rPr>
              <a:t> </a:t>
            </a:r>
            <a:r>
              <a:rPr lang="es-ES" sz="1800" b="1" dirty="0" err="1">
                <a:latin typeface="NimbusSanL-Regu"/>
              </a:rPr>
              <a:t>Class</a:t>
            </a:r>
            <a:r>
              <a:rPr lang="es-ES" sz="1800" b="1" dirty="0">
                <a:latin typeface="NimbusSanL-Regu"/>
              </a:rPr>
              <a:t>, </a:t>
            </a:r>
            <a:r>
              <a:rPr lang="es-ES" sz="1800" dirty="0">
                <a:latin typeface="NimbusSanL-Regu"/>
              </a:rPr>
              <a:t>en su declaración tenemos que usar la anotación JPA </a:t>
            </a:r>
            <a:r>
              <a:rPr lang="es-ES" sz="1800" i="1" dirty="0" err="1">
                <a:latin typeface="NimbusSanL-Regu"/>
              </a:rPr>
              <a:t>Entity</a:t>
            </a:r>
            <a:r>
              <a:rPr lang="es-ES" sz="1800" i="1" dirty="0">
                <a:latin typeface="NimbusSanL-Regu"/>
              </a:rPr>
              <a:t>.</a:t>
            </a:r>
            <a:r>
              <a:rPr lang="es-ES" sz="1800" dirty="0">
                <a:latin typeface="NimbusSanL-Regu"/>
              </a:rPr>
              <a:t> </a:t>
            </a:r>
          </a:p>
          <a:p>
            <a:pPr marL="1587" indent="0" algn="l">
              <a:buNone/>
            </a:pPr>
            <a:r>
              <a:rPr lang="es-ES" sz="1800" dirty="0">
                <a:latin typeface="NimbusSanL-Regu"/>
              </a:rPr>
              <a:t>Por ejemplo, esta sería una </a:t>
            </a:r>
            <a:r>
              <a:rPr lang="es-ES" sz="1800" dirty="0" err="1">
                <a:latin typeface="NimbusSanL-Regu"/>
              </a:rPr>
              <a:t>Entity</a:t>
            </a:r>
            <a:r>
              <a:rPr lang="es-ES" sz="1800" dirty="0">
                <a:latin typeface="NimbusSanL-Regu"/>
              </a:rPr>
              <a:t> </a:t>
            </a:r>
            <a:r>
              <a:rPr lang="es-ES" sz="1800" dirty="0" err="1">
                <a:latin typeface="NimbusSanL-Regu"/>
              </a:rPr>
              <a:t>Class</a:t>
            </a:r>
            <a:r>
              <a:rPr lang="es-ES" sz="1800" dirty="0">
                <a:latin typeface="NimbusSanL-Regu"/>
              </a:rPr>
              <a:t> para usar objetos persistentes de la clase Persona:</a:t>
            </a:r>
          </a:p>
          <a:p>
            <a:pPr marL="1587" indent="0" algn="l">
              <a:buNone/>
            </a:pPr>
            <a:endParaRPr lang="es-ES" sz="1800" dirty="0">
              <a:latin typeface="NimbusSanL-Regu"/>
            </a:endParaRPr>
          </a:p>
          <a:p>
            <a:pPr marL="1587" indent="0" algn="l">
              <a:buNone/>
            </a:pPr>
            <a:endParaRPr lang="es-ES" sz="1800" dirty="0">
              <a:latin typeface="NimbusSanL-Regu"/>
            </a:endParaRPr>
          </a:p>
          <a:p>
            <a:pPr marL="1587" indent="0" algn="l">
              <a:buNone/>
            </a:pPr>
            <a:endParaRPr lang="es-ES" sz="1800" dirty="0">
              <a:latin typeface="NimbusSanL-Regu"/>
            </a:endParaRPr>
          </a:p>
          <a:p>
            <a:pPr marL="1587" indent="0" algn="l">
              <a:buNone/>
            </a:pPr>
            <a:endParaRPr lang="es-ES" sz="1800" dirty="0">
              <a:latin typeface="NimbusSanL-Regu"/>
            </a:endParaRPr>
          </a:p>
          <a:p>
            <a:pPr marL="1587" indent="0" algn="l">
              <a:buNone/>
            </a:pPr>
            <a:r>
              <a:rPr lang="es-ES" sz="1800" dirty="0">
                <a:latin typeface="NimbusSanL-Regu"/>
              </a:rPr>
              <a:t>Habrá que añadir, al menos, constructores, </a:t>
            </a:r>
            <a:r>
              <a:rPr lang="es-ES" sz="1800" dirty="0" err="1">
                <a:latin typeface="NimbusSanL-Regu"/>
              </a:rPr>
              <a:t>getter</a:t>
            </a:r>
            <a:r>
              <a:rPr lang="es-ES" sz="1800" dirty="0">
                <a:latin typeface="NimbusSanL-Regu"/>
              </a:rPr>
              <a:t> y setter.</a:t>
            </a:r>
          </a:p>
          <a:p>
            <a:pPr marL="1587" indent="0" algn="l">
              <a:buNone/>
            </a:pPr>
            <a:endParaRPr lang="es-ES" sz="1600" dirty="0">
              <a:latin typeface="Courier New" panose="02070309020205020404" pitchFamily="49" charset="0"/>
              <a:cs typeface="Courier New" panose="02070309020205020404" pitchFamily="49" charset="0"/>
            </a:endParaRP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11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a:p>
            <a:pPr>
              <a:lnSpc>
                <a:spcPct val="100000"/>
              </a:lnSpc>
              <a:defRPr/>
            </a:pPr>
            <a:endParaRPr lang="es-ES" sz="2400" b="1" kern="0" dirty="0">
              <a:solidFill>
                <a:srgbClr val="FF0000"/>
              </a:solidFill>
            </a:endParaRPr>
          </a:p>
          <a:p>
            <a:pPr>
              <a:lnSpc>
                <a:spcPct val="100000"/>
              </a:lnSpc>
              <a:defRPr/>
            </a:pPr>
            <a:r>
              <a:rPr lang="es-ES" sz="2400" b="1" kern="0" dirty="0">
                <a:solidFill>
                  <a:srgbClr val="FF0000"/>
                </a:solidFill>
              </a:rPr>
              <a:t>Definir las </a:t>
            </a:r>
            <a:r>
              <a:rPr lang="es-ES" sz="2400" b="1" kern="0" dirty="0" err="1">
                <a:solidFill>
                  <a:srgbClr val="FF0000"/>
                </a:solidFill>
              </a:rPr>
              <a:t>Entity</a:t>
            </a:r>
            <a:r>
              <a:rPr lang="es-ES" sz="2400" b="1" kern="0" dirty="0">
                <a:solidFill>
                  <a:srgbClr val="FF0000"/>
                </a:solidFill>
              </a:rPr>
              <a:t> </a:t>
            </a:r>
            <a:r>
              <a:rPr lang="es-ES" sz="2400" b="1" kern="0" dirty="0" err="1">
                <a:solidFill>
                  <a:srgbClr val="FF0000"/>
                </a:solidFill>
              </a:rPr>
              <a:t>Class</a:t>
            </a:r>
            <a:endParaRPr lang="es-ES" sz="2400" b="1" kern="0" dirty="0">
              <a:solidFill>
                <a:srgbClr val="FF0000"/>
              </a:solidFill>
            </a:endParaRPr>
          </a:p>
        </p:txBody>
      </p:sp>
      <p:pic>
        <p:nvPicPr>
          <p:cNvPr id="8" name="Imagen 7">
            <a:extLst>
              <a:ext uri="{FF2B5EF4-FFF2-40B4-BE49-F238E27FC236}">
                <a16:creationId xmlns:a16="http://schemas.microsoft.com/office/drawing/2014/main" id="{653CCA05-0676-7807-5152-E9092FB85061}"/>
              </a:ext>
            </a:extLst>
          </p:cNvPr>
          <p:cNvPicPr>
            <a:picLocks noChangeAspect="1"/>
          </p:cNvPicPr>
          <p:nvPr/>
        </p:nvPicPr>
        <p:blipFill>
          <a:blip r:embed="rId3"/>
          <a:stretch>
            <a:fillRect/>
          </a:stretch>
        </p:blipFill>
        <p:spPr>
          <a:xfrm>
            <a:off x="1979712" y="4293096"/>
            <a:ext cx="3888432" cy="1597833"/>
          </a:xfrm>
          <a:prstGeom prst="rect">
            <a:avLst/>
          </a:prstGeom>
        </p:spPr>
      </p:pic>
    </p:spTree>
    <p:extLst>
      <p:ext uri="{BB962C8B-B14F-4D97-AF65-F5344CB8AC3E}">
        <p14:creationId xmlns:p14="http://schemas.microsoft.com/office/powerpoint/2010/main" val="12441450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439959" y="1657663"/>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algn="l">
              <a:buNone/>
            </a:pPr>
            <a:r>
              <a:rPr lang="es-ES" sz="1800" dirty="0">
                <a:latin typeface="NimbusSanL-Regu"/>
              </a:rPr>
              <a:t>En el ejemplo anterior de declaración de la </a:t>
            </a:r>
            <a:r>
              <a:rPr lang="es-ES" sz="1800" dirty="0" err="1">
                <a:latin typeface="NimbusSanL-Regu"/>
              </a:rPr>
              <a:t>Entity</a:t>
            </a:r>
            <a:r>
              <a:rPr lang="es-ES" sz="1800" dirty="0">
                <a:latin typeface="NimbusSanL-Regu"/>
              </a:rPr>
              <a:t> </a:t>
            </a:r>
            <a:r>
              <a:rPr lang="es-ES" sz="1800" dirty="0" err="1">
                <a:latin typeface="NimbusSanL-Regu"/>
              </a:rPr>
              <a:t>Class</a:t>
            </a:r>
            <a:r>
              <a:rPr lang="es-ES" sz="1800" dirty="0">
                <a:latin typeface="NimbusSanL-Regu"/>
              </a:rPr>
              <a:t> </a:t>
            </a:r>
            <a:r>
              <a:rPr lang="es-ES" sz="1800" b="1" dirty="0">
                <a:latin typeface="NimbusSanL-Regu"/>
              </a:rPr>
              <a:t>Empleado</a:t>
            </a:r>
            <a:r>
              <a:rPr lang="es-ES" sz="1800" dirty="0">
                <a:latin typeface="NimbusSanL-Regu"/>
              </a:rPr>
              <a:t>, quedará marcado error en la declaración de la clase, motivado por que se requiere una </a:t>
            </a:r>
            <a:r>
              <a:rPr lang="es-ES" sz="1800" b="1" dirty="0" err="1">
                <a:latin typeface="NimbusSanL-Regu"/>
              </a:rPr>
              <a:t>Primary</a:t>
            </a:r>
            <a:r>
              <a:rPr lang="es-ES" sz="1800" b="1" dirty="0">
                <a:latin typeface="NimbusSanL-Regu"/>
              </a:rPr>
              <a:t> Key</a:t>
            </a:r>
            <a:r>
              <a:rPr lang="es-ES" sz="1800" i="1" dirty="0">
                <a:latin typeface="NimbusSanL-Regu"/>
              </a:rPr>
              <a:t>.</a:t>
            </a:r>
            <a:r>
              <a:rPr lang="es-ES" sz="1800" dirty="0">
                <a:latin typeface="NimbusSanL-Regu"/>
              </a:rPr>
              <a:t> </a:t>
            </a:r>
          </a:p>
          <a:p>
            <a:pPr marL="1587" indent="0" algn="l">
              <a:buNone/>
            </a:pPr>
            <a:r>
              <a:rPr lang="es-ES" sz="1800" dirty="0">
                <a:latin typeface="NimbusSanL-Regu"/>
              </a:rPr>
              <a:t>Es obligatorio marcar un atributo de la clase como Id o PK. Un atributo Id sólo puede ser de los tipos Long, </a:t>
            </a:r>
            <a:r>
              <a:rPr lang="es-ES" sz="1800" dirty="0" err="1">
                <a:latin typeface="NimbusSanL-Regu"/>
              </a:rPr>
              <a:t>Integer</a:t>
            </a:r>
            <a:r>
              <a:rPr lang="es-ES" sz="1800" dirty="0">
                <a:latin typeface="NimbusSanL-Regu"/>
              </a:rPr>
              <a:t>, String y UUID.</a:t>
            </a:r>
          </a:p>
          <a:p>
            <a:pPr marL="1587" indent="0" algn="l">
              <a:buNone/>
            </a:pPr>
            <a:r>
              <a:rPr lang="es-ES" sz="1800" dirty="0">
                <a:latin typeface="NimbusSanL-Regu"/>
              </a:rPr>
              <a:t>Por ejemplo, para declarar un atributo Id de tipo Long generado automáticamente usaremos las anotaciones </a:t>
            </a:r>
            <a:r>
              <a:rPr lang="es-ES" sz="1800" i="1" dirty="0">
                <a:latin typeface="NimbusSanL-Regu"/>
              </a:rPr>
              <a:t>@Id </a:t>
            </a:r>
            <a:r>
              <a:rPr lang="es-ES" sz="1800" dirty="0">
                <a:latin typeface="NimbusSanL-Regu"/>
              </a:rPr>
              <a:t>y </a:t>
            </a:r>
            <a:r>
              <a:rPr lang="es-ES" sz="1800" i="1" dirty="0">
                <a:latin typeface="NimbusSanL-Regu"/>
              </a:rPr>
              <a:t>@GeneratedValue </a:t>
            </a:r>
            <a:r>
              <a:rPr lang="es-ES" sz="1800" dirty="0">
                <a:latin typeface="NimbusSanL-Regu"/>
              </a:rPr>
              <a:t>en la declaración del atributo Id:</a:t>
            </a:r>
          </a:p>
          <a:p>
            <a:pPr marL="1587" indent="0" algn="l">
              <a:buNone/>
            </a:pPr>
            <a:endParaRPr lang="es-ES" sz="1800" dirty="0">
              <a:latin typeface="NimbusSanL-Regu"/>
            </a:endParaRPr>
          </a:p>
          <a:p>
            <a:pPr marL="1587" indent="0" algn="l">
              <a:buNone/>
            </a:pPr>
            <a:endParaRPr lang="es-ES" sz="1800" dirty="0">
              <a:latin typeface="NimbusSanL-Regu"/>
            </a:endParaRPr>
          </a:p>
          <a:p>
            <a:pPr marL="1587" indent="0" algn="l">
              <a:buNone/>
            </a:pPr>
            <a:endParaRPr lang="es-ES" sz="1800" dirty="0">
              <a:latin typeface="NimbusSanL-Regu"/>
            </a:endParaRPr>
          </a:p>
          <a:p>
            <a:pPr marL="1587" indent="0" algn="l">
              <a:buNone/>
            </a:pPr>
            <a:endParaRPr lang="es-ES" sz="1800" dirty="0">
              <a:latin typeface="NimbusSanL-Regu"/>
            </a:endParaRPr>
          </a:p>
          <a:p>
            <a:pPr marL="1587" indent="0" algn="l">
              <a:buNone/>
            </a:pPr>
            <a:endParaRPr lang="es-ES" sz="1800" dirty="0">
              <a:latin typeface="NimbusSanL-Regu"/>
            </a:endParaRPr>
          </a:p>
          <a:p>
            <a:pPr marL="1587" indent="0" algn="l">
              <a:buNone/>
            </a:pPr>
            <a:r>
              <a:rPr lang="es-ES" sz="1800" dirty="0">
                <a:latin typeface="NimbusSanL-Regu"/>
              </a:rPr>
              <a:t>Ya tenemos una clase que permite almacenar y procesar objetos sobre </a:t>
            </a:r>
            <a:r>
              <a:rPr lang="es-ES" sz="1800" dirty="0" err="1">
                <a:latin typeface="NimbusSanL-Regu"/>
              </a:rPr>
              <a:t>ObjectDB</a:t>
            </a:r>
            <a:r>
              <a:rPr lang="es-ES" sz="1800" dirty="0">
                <a:latin typeface="NimbusSanL-Regu"/>
              </a:rPr>
              <a:t>.</a:t>
            </a:r>
          </a:p>
          <a:p>
            <a:pPr marL="1587" indent="0" algn="l">
              <a:buNone/>
            </a:pPr>
            <a:endParaRPr lang="es-ES" sz="1600" dirty="0">
              <a:latin typeface="Courier New" panose="02070309020205020404" pitchFamily="49" charset="0"/>
              <a:cs typeface="Courier New" panose="02070309020205020404" pitchFamily="49" charset="0"/>
            </a:endParaRP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11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a:p>
            <a:pPr>
              <a:lnSpc>
                <a:spcPct val="100000"/>
              </a:lnSpc>
              <a:defRPr/>
            </a:pPr>
            <a:endParaRPr lang="es-ES" sz="2400" b="1" kern="0" dirty="0">
              <a:solidFill>
                <a:srgbClr val="FF0000"/>
              </a:solidFill>
            </a:endParaRPr>
          </a:p>
          <a:p>
            <a:pPr>
              <a:lnSpc>
                <a:spcPct val="100000"/>
              </a:lnSpc>
              <a:defRPr/>
            </a:pPr>
            <a:r>
              <a:rPr lang="es-ES" sz="2400" b="1" kern="0" dirty="0">
                <a:solidFill>
                  <a:srgbClr val="FF0000"/>
                </a:solidFill>
              </a:rPr>
              <a:t>Definir las </a:t>
            </a:r>
            <a:r>
              <a:rPr lang="es-ES" sz="2400" b="1" kern="0" dirty="0" err="1">
                <a:solidFill>
                  <a:srgbClr val="FF0000"/>
                </a:solidFill>
              </a:rPr>
              <a:t>Entity</a:t>
            </a:r>
            <a:r>
              <a:rPr lang="es-ES" sz="2400" b="1" kern="0" dirty="0">
                <a:solidFill>
                  <a:srgbClr val="FF0000"/>
                </a:solidFill>
              </a:rPr>
              <a:t> </a:t>
            </a:r>
            <a:r>
              <a:rPr lang="es-ES" sz="2400" b="1" kern="0" dirty="0" err="1">
                <a:solidFill>
                  <a:srgbClr val="FF0000"/>
                </a:solidFill>
              </a:rPr>
              <a:t>Class</a:t>
            </a:r>
            <a:endParaRPr lang="es-ES" sz="2400" b="1" kern="0" dirty="0">
              <a:solidFill>
                <a:srgbClr val="FF0000"/>
              </a:solidFill>
            </a:endParaRPr>
          </a:p>
        </p:txBody>
      </p:sp>
      <p:pic>
        <p:nvPicPr>
          <p:cNvPr id="5" name="Imagen 4">
            <a:extLst>
              <a:ext uri="{FF2B5EF4-FFF2-40B4-BE49-F238E27FC236}">
                <a16:creationId xmlns:a16="http://schemas.microsoft.com/office/drawing/2014/main" id="{2B4ABB19-7903-C5B4-3F5A-AD521AE10034}"/>
              </a:ext>
            </a:extLst>
          </p:cNvPr>
          <p:cNvPicPr>
            <a:picLocks noChangeAspect="1"/>
          </p:cNvPicPr>
          <p:nvPr/>
        </p:nvPicPr>
        <p:blipFill>
          <a:blip r:embed="rId3"/>
          <a:stretch>
            <a:fillRect/>
          </a:stretch>
        </p:blipFill>
        <p:spPr>
          <a:xfrm>
            <a:off x="1619672" y="3880824"/>
            <a:ext cx="4968552" cy="2070230"/>
          </a:xfrm>
          <a:prstGeom prst="rect">
            <a:avLst/>
          </a:prstGeom>
        </p:spPr>
      </p:pic>
    </p:spTree>
    <p:extLst>
      <p:ext uri="{BB962C8B-B14F-4D97-AF65-F5344CB8AC3E}">
        <p14:creationId xmlns:p14="http://schemas.microsoft.com/office/powerpoint/2010/main" val="166041991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457200" y="1657663"/>
            <a:ext cx="8229600" cy="4939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algn="l">
              <a:buNone/>
            </a:pPr>
            <a:r>
              <a:rPr lang="es-ES" sz="1800" dirty="0">
                <a:latin typeface="NimbusSanL-Regu"/>
              </a:rPr>
              <a:t>En una aplicación que va a usar la API JPA, se va a hacer uso de los interfaces:</a:t>
            </a:r>
          </a:p>
          <a:p>
            <a:pPr marL="1587" indent="0" algn="l">
              <a:buNone/>
            </a:pPr>
            <a:endParaRPr lang="es-ES" sz="1800" dirty="0">
              <a:latin typeface="NimbusSanL-Regu"/>
            </a:endParaRPr>
          </a:p>
          <a:p>
            <a:pPr marL="1587" indent="0" algn="l">
              <a:buNone/>
            </a:pPr>
            <a:endParaRPr lang="es-ES" sz="1800" dirty="0">
              <a:latin typeface="NimbusSanL-Regu"/>
            </a:endParaRPr>
          </a:p>
          <a:p>
            <a:pPr marL="1587" indent="0" algn="l">
              <a:buNone/>
            </a:pPr>
            <a:endParaRPr lang="es-ES" sz="1800" dirty="0">
              <a:latin typeface="NimbusSanL-Regu"/>
            </a:endParaRPr>
          </a:p>
          <a:p>
            <a:pPr marL="1587" indent="0" algn="l">
              <a:buNone/>
            </a:pPr>
            <a:endParaRPr lang="es-ES" sz="1800" dirty="0">
              <a:latin typeface="NimbusSanL-Regu"/>
            </a:endParaRPr>
          </a:p>
          <a:p>
            <a:pPr marL="1587" indent="0" algn="l">
              <a:buNone/>
            </a:pPr>
            <a:r>
              <a:rPr lang="es-ES" sz="1800" b="1" i="1" dirty="0" err="1">
                <a:latin typeface="NimbusSanL-Regu"/>
              </a:rPr>
              <a:t>EntityManagerFactory</a:t>
            </a:r>
            <a:r>
              <a:rPr lang="es-ES" sz="1800" b="1" i="1" dirty="0">
                <a:latin typeface="NimbusSanL-Regu"/>
              </a:rPr>
              <a:t>: </a:t>
            </a:r>
            <a:r>
              <a:rPr lang="es-ES" sz="1800" i="1" dirty="0">
                <a:latin typeface="NimbusSanL-Regu"/>
              </a:rPr>
              <a:t>Es una interface que, entre otras cosas, permite crear instancias de objetos </a:t>
            </a:r>
            <a:r>
              <a:rPr lang="es-ES" sz="1800" i="1" dirty="0" err="1">
                <a:latin typeface="NimbusSanL-Regu"/>
              </a:rPr>
              <a:t>EntityManager</a:t>
            </a:r>
            <a:r>
              <a:rPr lang="es-ES" sz="1800" i="1" dirty="0">
                <a:latin typeface="NimbusSanL-Regu"/>
              </a:rPr>
              <a:t>.</a:t>
            </a:r>
          </a:p>
          <a:p>
            <a:pPr marL="1587" indent="0" algn="l">
              <a:buNone/>
            </a:pPr>
            <a:r>
              <a:rPr lang="es-ES" sz="1800" b="1" i="1" dirty="0" err="1">
                <a:latin typeface="NimbusSanL-Regu"/>
              </a:rPr>
              <a:t>EntityManager</a:t>
            </a:r>
            <a:r>
              <a:rPr lang="es-ES" sz="1800" i="1" dirty="0">
                <a:latin typeface="NimbusSanL-Regu"/>
              </a:rPr>
              <a:t>: Permite crear un contexto de persistencia, una conexión a una base de datos en la que se pueden persistir los datos.</a:t>
            </a:r>
          </a:p>
          <a:p>
            <a:pPr marL="1587" indent="0" algn="l">
              <a:buNone/>
            </a:pPr>
            <a:r>
              <a:rPr lang="es-ES" sz="1800" b="1" i="1" dirty="0" err="1">
                <a:latin typeface="NimbusSanL-Regu"/>
              </a:rPr>
              <a:t>EntityTRansaction</a:t>
            </a:r>
            <a:r>
              <a:rPr lang="es-ES" sz="1800" b="1" i="1" dirty="0">
                <a:latin typeface="NimbusSanL-Regu"/>
              </a:rPr>
              <a:t>: </a:t>
            </a:r>
            <a:r>
              <a:rPr lang="es-ES" sz="1800" i="1" dirty="0">
                <a:latin typeface="NimbusSanL-Regu"/>
              </a:rPr>
              <a:t>Permite controlar transacciones dentro de un contexto de persistencia.</a:t>
            </a:r>
          </a:p>
          <a:p>
            <a:pPr marL="1587" indent="0" algn="l">
              <a:buNone/>
            </a:pPr>
            <a:r>
              <a:rPr lang="es-ES" sz="1800" b="1" i="1" dirty="0" err="1">
                <a:latin typeface="NimbusSanL-Regu"/>
              </a:rPr>
              <a:t>Query</a:t>
            </a:r>
            <a:r>
              <a:rPr lang="es-ES" sz="1800" b="1" i="1" dirty="0">
                <a:latin typeface="NimbusSanL-Regu"/>
              </a:rPr>
              <a:t>: </a:t>
            </a:r>
            <a:r>
              <a:rPr lang="es-ES" sz="1800" i="1" dirty="0">
                <a:latin typeface="NimbusSanL-Regu"/>
              </a:rPr>
              <a:t>Permite realizar y controlar consultas sobre clases persistentes.</a:t>
            </a:r>
            <a:endParaRPr lang="es-ES" sz="1800" b="1" i="1" dirty="0">
              <a:latin typeface="NimbusSanL-Regu"/>
            </a:endParaRPr>
          </a:p>
          <a:p>
            <a:pPr marL="1587" indent="0" algn="l">
              <a:buNone/>
            </a:pPr>
            <a:endParaRPr lang="es-ES" sz="1800" b="1" i="1" dirty="0">
              <a:latin typeface="NimbusSanL-Regu"/>
            </a:endParaRPr>
          </a:p>
          <a:p>
            <a:pPr marL="1587" indent="0" algn="l">
              <a:buNone/>
            </a:pPr>
            <a:endParaRPr lang="es-ES" sz="1800" dirty="0">
              <a:latin typeface="NimbusSanL-Regu"/>
            </a:endParaRPr>
          </a:p>
          <a:p>
            <a:pPr marL="1587" indent="0" algn="l">
              <a:buNone/>
            </a:pPr>
            <a:endParaRPr lang="es-ES" sz="1800" dirty="0">
              <a:latin typeface="NimbusSanL-Regu"/>
            </a:endParaRPr>
          </a:p>
          <a:p>
            <a:pPr marL="1587" indent="0" algn="l">
              <a:buNone/>
            </a:pPr>
            <a:endParaRPr lang="es-ES" sz="1600" dirty="0">
              <a:latin typeface="Courier New" panose="02070309020205020404" pitchFamily="49" charset="0"/>
              <a:cs typeface="Courier New" panose="02070309020205020404" pitchFamily="49" charset="0"/>
            </a:endParaRP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11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a:p>
            <a:pPr>
              <a:lnSpc>
                <a:spcPct val="100000"/>
              </a:lnSpc>
              <a:defRPr/>
            </a:pPr>
            <a:endParaRPr lang="es-ES" sz="2400" b="1" kern="0" dirty="0">
              <a:solidFill>
                <a:srgbClr val="FF0000"/>
              </a:solidFill>
            </a:endParaRPr>
          </a:p>
          <a:p>
            <a:pPr>
              <a:lnSpc>
                <a:spcPct val="100000"/>
              </a:lnSpc>
              <a:defRPr/>
            </a:pPr>
            <a:r>
              <a:rPr lang="es-ES" sz="2400" b="1" kern="0" dirty="0">
                <a:solidFill>
                  <a:srgbClr val="FF0000"/>
                </a:solidFill>
              </a:rPr>
              <a:t>Conexiones JPA</a:t>
            </a:r>
          </a:p>
        </p:txBody>
      </p:sp>
      <p:pic>
        <p:nvPicPr>
          <p:cNvPr id="3" name="Imagen 2">
            <a:extLst>
              <a:ext uri="{FF2B5EF4-FFF2-40B4-BE49-F238E27FC236}">
                <a16:creationId xmlns:a16="http://schemas.microsoft.com/office/drawing/2014/main" id="{B9F01A5C-CE71-5681-1EFA-839B27E6E979}"/>
              </a:ext>
            </a:extLst>
          </p:cNvPr>
          <p:cNvPicPr>
            <a:picLocks noChangeAspect="1"/>
          </p:cNvPicPr>
          <p:nvPr/>
        </p:nvPicPr>
        <p:blipFill>
          <a:blip r:embed="rId3"/>
          <a:stretch>
            <a:fillRect/>
          </a:stretch>
        </p:blipFill>
        <p:spPr>
          <a:xfrm>
            <a:off x="1907704" y="2204864"/>
            <a:ext cx="4981575" cy="1590675"/>
          </a:xfrm>
          <a:prstGeom prst="rect">
            <a:avLst/>
          </a:prstGeom>
        </p:spPr>
      </p:pic>
    </p:spTree>
    <p:extLst>
      <p:ext uri="{BB962C8B-B14F-4D97-AF65-F5344CB8AC3E}">
        <p14:creationId xmlns:p14="http://schemas.microsoft.com/office/powerpoint/2010/main" val="167939013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480965" y="2099523"/>
            <a:ext cx="8229600" cy="4299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algn="l">
              <a:buNone/>
            </a:pPr>
            <a:r>
              <a:rPr lang="es-ES" sz="1800" dirty="0">
                <a:latin typeface="NimbusSanL-Regu"/>
              </a:rPr>
              <a:t>Para crear una instancia de </a:t>
            </a:r>
            <a:r>
              <a:rPr lang="es-ES" sz="1800" i="1" dirty="0" err="1">
                <a:latin typeface="NimbusSanL-Regu"/>
              </a:rPr>
              <a:t>EntityManagerFactory</a:t>
            </a:r>
            <a:r>
              <a:rPr lang="es-ES" sz="1800" i="1" dirty="0">
                <a:latin typeface="NimbusSanL-Regu"/>
              </a:rPr>
              <a:t> </a:t>
            </a:r>
            <a:r>
              <a:rPr lang="es-ES" sz="1800" dirty="0">
                <a:latin typeface="NimbusSanL-Regu"/>
              </a:rPr>
              <a:t>que permite crear objetos de conexión a una base de datos almacenada en un archivo </a:t>
            </a:r>
            <a:r>
              <a:rPr lang="es-ES" sz="1800" b="1" dirty="0" err="1">
                <a:latin typeface="NimbusSanL-Regu"/>
              </a:rPr>
              <a:t>empleados.odb</a:t>
            </a:r>
            <a:r>
              <a:rPr lang="es-ES" sz="1800" b="1" dirty="0">
                <a:latin typeface="NimbusSanL-Regu"/>
              </a:rPr>
              <a:t> </a:t>
            </a:r>
            <a:r>
              <a:rPr lang="es-ES" sz="1800" dirty="0">
                <a:latin typeface="NimbusSanL-Regu"/>
              </a:rPr>
              <a:t>en la carpeta del proyecto. </a:t>
            </a:r>
          </a:p>
          <a:p>
            <a:pPr marL="1587" indent="0" algn="l">
              <a:buNone/>
            </a:pPr>
            <a:r>
              <a:rPr lang="es-ES" sz="1400" dirty="0" err="1">
                <a:latin typeface="Courier New" panose="02070309020205020404" pitchFamily="49" charset="0"/>
                <a:cs typeface="Courier New" panose="02070309020205020404" pitchFamily="49" charset="0"/>
              </a:rPr>
              <a:t>EntityManagerFactory</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emf</a:t>
            </a:r>
            <a:r>
              <a:rPr lang="es-ES" sz="1400" dirty="0">
                <a:latin typeface="Courier New" panose="02070309020205020404" pitchFamily="49" charset="0"/>
                <a:cs typeface="Courier New" panose="02070309020205020404" pitchFamily="49" charset="0"/>
              </a:rPr>
              <a:t> =</a:t>
            </a:r>
          </a:p>
          <a:p>
            <a:pPr marL="1587" indent="0" algn="l">
              <a:buNone/>
            </a:pP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Persistence.createEntityManagerFactory</a:t>
            </a:r>
            <a:r>
              <a:rPr lang="es-ES" sz="1400" dirty="0">
                <a:latin typeface="Courier New" panose="02070309020205020404" pitchFamily="49" charset="0"/>
                <a:cs typeface="Courier New" panose="02070309020205020404" pitchFamily="49" charset="0"/>
              </a:rPr>
              <a:t>( "</a:t>
            </a:r>
            <a:r>
              <a:rPr lang="es-ES" sz="1400" dirty="0" err="1">
                <a:latin typeface="Courier New" panose="02070309020205020404" pitchFamily="49" charset="0"/>
                <a:cs typeface="Courier New" panose="02070309020205020404" pitchFamily="49" charset="0"/>
              </a:rPr>
              <a:t>empleados.odb</a:t>
            </a:r>
            <a:r>
              <a:rPr lang="es-ES" sz="1400" dirty="0">
                <a:latin typeface="Courier New" panose="02070309020205020404" pitchFamily="49" charset="0"/>
                <a:cs typeface="Courier New" panose="02070309020205020404" pitchFamily="49" charset="0"/>
              </a:rPr>
              <a:t>");</a:t>
            </a:r>
          </a:p>
          <a:p>
            <a:pPr marL="1587" indent="0" algn="l">
              <a:buNone/>
            </a:pPr>
            <a:r>
              <a:rPr lang="es-ES" sz="1800" dirty="0">
                <a:latin typeface="NimbusSanL-Regu"/>
              </a:rPr>
              <a:t>Al archivo </a:t>
            </a:r>
            <a:r>
              <a:rPr lang="es-ES" sz="1800" b="1" dirty="0" err="1">
                <a:latin typeface="NimbusSanL-Regu"/>
              </a:rPr>
              <a:t>empleados</a:t>
            </a:r>
            <a:r>
              <a:rPr lang="es-ES" sz="1800" dirty="0" err="1">
                <a:latin typeface="NimbusSanL-Regu"/>
              </a:rPr>
              <a:t>.</a:t>
            </a:r>
            <a:r>
              <a:rPr lang="es-ES" sz="1800" b="1" dirty="0" err="1">
                <a:latin typeface="NimbusSanL-Regu"/>
              </a:rPr>
              <a:t>odb</a:t>
            </a:r>
            <a:r>
              <a:rPr lang="es-ES" sz="1800" dirty="0">
                <a:latin typeface="NimbusSanL-Regu"/>
              </a:rPr>
              <a:t> se le </a:t>
            </a:r>
            <a:r>
              <a:rPr lang="es-ES" sz="1800" b="1" dirty="0">
                <a:latin typeface="NimbusSanL-Regu"/>
              </a:rPr>
              <a:t>denomina</a:t>
            </a:r>
            <a:r>
              <a:rPr lang="es-ES" sz="1800" dirty="0">
                <a:latin typeface="NimbusSanL-Regu"/>
              </a:rPr>
              <a:t> </a:t>
            </a:r>
            <a:r>
              <a:rPr lang="es-ES" sz="1800" b="1" dirty="0">
                <a:latin typeface="NimbusSanL-Regu"/>
              </a:rPr>
              <a:t>unidad</a:t>
            </a:r>
            <a:r>
              <a:rPr lang="es-ES" sz="1800" dirty="0">
                <a:latin typeface="NimbusSanL-Regu"/>
              </a:rPr>
              <a:t> </a:t>
            </a:r>
            <a:r>
              <a:rPr lang="es-ES" sz="1800" b="1" dirty="0">
                <a:latin typeface="NimbusSanL-Regu"/>
              </a:rPr>
              <a:t>de</a:t>
            </a:r>
            <a:r>
              <a:rPr lang="es-ES" sz="1800" dirty="0">
                <a:latin typeface="NimbusSanL-Regu"/>
              </a:rPr>
              <a:t> </a:t>
            </a:r>
            <a:r>
              <a:rPr lang="es-ES" sz="1800" b="1" dirty="0">
                <a:latin typeface="NimbusSanL-Regu"/>
              </a:rPr>
              <a:t>persistencia</a:t>
            </a:r>
            <a:r>
              <a:rPr lang="es-ES" sz="1800" dirty="0">
                <a:latin typeface="NimbusSanL-Regu"/>
              </a:rPr>
              <a:t>.</a:t>
            </a:r>
          </a:p>
          <a:p>
            <a:pPr marL="1587" indent="0" algn="l">
              <a:buNone/>
            </a:pPr>
            <a:r>
              <a:rPr lang="es-ES" sz="1800" dirty="0">
                <a:latin typeface="NimbusSanL-Regu"/>
              </a:rPr>
              <a:t>Cuando se crea el objeto </a:t>
            </a:r>
            <a:r>
              <a:rPr lang="es-ES" sz="1800" b="1" i="1" dirty="0" err="1">
                <a:latin typeface="NimbusSanL-Regu"/>
              </a:rPr>
              <a:t>emf</a:t>
            </a:r>
            <a:r>
              <a:rPr lang="es-ES" sz="1800" dirty="0">
                <a:latin typeface="NimbusSanL-Regu"/>
              </a:rPr>
              <a:t>, queda abierta la base de datos almacenada en </a:t>
            </a:r>
            <a:r>
              <a:rPr lang="es-ES" sz="1800" b="1" dirty="0" err="1">
                <a:latin typeface="NimbusSanL-Regu"/>
              </a:rPr>
              <a:t>empleados</a:t>
            </a:r>
            <a:r>
              <a:rPr lang="es-ES" sz="1800" dirty="0" err="1">
                <a:latin typeface="NimbusSanL-Regu"/>
              </a:rPr>
              <a:t>.</a:t>
            </a:r>
            <a:r>
              <a:rPr lang="es-ES" sz="1800" b="1" dirty="0" err="1">
                <a:latin typeface="NimbusSanL-Regu"/>
              </a:rPr>
              <a:t>odb</a:t>
            </a:r>
            <a:r>
              <a:rPr lang="es-ES" sz="1800" dirty="0">
                <a:latin typeface="NimbusSanL-Regu"/>
              </a:rPr>
              <a:t>.</a:t>
            </a:r>
          </a:p>
          <a:p>
            <a:pPr marL="1587" indent="0" algn="l">
              <a:buNone/>
            </a:pPr>
            <a:r>
              <a:rPr lang="es-ES" sz="1800" dirty="0">
                <a:latin typeface="NimbusSanL-Regu"/>
              </a:rPr>
              <a:t>Siempre, al terminar de usar la base de datos, se debe cerrar el objeto </a:t>
            </a:r>
            <a:r>
              <a:rPr lang="es-ES" sz="1800" b="1" i="1" dirty="0" err="1">
                <a:latin typeface="NimbusSanL-Regu"/>
              </a:rPr>
              <a:t>EntityManagerFactory</a:t>
            </a:r>
            <a:r>
              <a:rPr lang="es-ES" sz="1800" dirty="0">
                <a:latin typeface="NimbusSanL-Regu"/>
              </a:rPr>
              <a:t>.</a:t>
            </a:r>
          </a:p>
          <a:p>
            <a:pPr marL="1587" indent="0" algn="l">
              <a:buNone/>
            </a:pPr>
            <a:r>
              <a:rPr lang="es-ES" sz="1400" dirty="0" err="1">
                <a:latin typeface="Courier New" panose="02070309020205020404" pitchFamily="49" charset="0"/>
                <a:cs typeface="Courier New" panose="02070309020205020404" pitchFamily="49" charset="0"/>
              </a:rPr>
              <a:t>emf.close</a:t>
            </a:r>
            <a:r>
              <a:rPr lang="es-ES" sz="1400" dirty="0">
                <a:latin typeface="Courier New" panose="02070309020205020404" pitchFamily="49" charset="0"/>
                <a:cs typeface="Courier New" panose="02070309020205020404" pitchFamily="49" charset="0"/>
              </a:rPr>
              <a:t>();</a:t>
            </a:r>
          </a:p>
          <a:p>
            <a:pPr marL="1587" indent="0" algn="l">
              <a:buNone/>
            </a:pPr>
            <a:endParaRPr lang="es-ES" sz="1400" dirty="0">
              <a:latin typeface="Courier New" panose="02070309020205020404" pitchFamily="49" charset="0"/>
              <a:cs typeface="Courier New" panose="02070309020205020404" pitchFamily="49" charset="0"/>
            </a:endParaRPr>
          </a:p>
          <a:p>
            <a:pPr marL="1587" indent="0" algn="l">
              <a:buNone/>
            </a:pPr>
            <a:endParaRPr lang="es-ES" sz="1600" dirty="0">
              <a:latin typeface="Courier New" panose="02070309020205020404" pitchFamily="49" charset="0"/>
              <a:cs typeface="Courier New" panose="02070309020205020404" pitchFamily="49" charset="0"/>
            </a:endParaRP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11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a:p>
            <a:pPr>
              <a:lnSpc>
                <a:spcPct val="100000"/>
              </a:lnSpc>
              <a:defRPr/>
            </a:pPr>
            <a:endParaRPr lang="es-ES" sz="2400" b="1" kern="0" dirty="0">
              <a:solidFill>
                <a:srgbClr val="FF0000"/>
              </a:solidFill>
            </a:endParaRPr>
          </a:p>
          <a:p>
            <a:pPr>
              <a:lnSpc>
                <a:spcPct val="100000"/>
              </a:lnSpc>
              <a:defRPr/>
            </a:pPr>
            <a:r>
              <a:rPr lang="es-ES" sz="2400" b="1" kern="0" dirty="0">
                <a:solidFill>
                  <a:srgbClr val="FF0000"/>
                </a:solidFill>
              </a:rPr>
              <a:t>Conexiones JPA</a:t>
            </a:r>
          </a:p>
        </p:txBody>
      </p:sp>
    </p:spTree>
    <p:extLst>
      <p:ext uri="{BB962C8B-B14F-4D97-AF65-F5344CB8AC3E}">
        <p14:creationId xmlns:p14="http://schemas.microsoft.com/office/powerpoint/2010/main" val="343714493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480965" y="2099523"/>
            <a:ext cx="8229600" cy="4299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algn="l">
              <a:buNone/>
            </a:pPr>
            <a:r>
              <a:rPr lang="es-ES" sz="1800" dirty="0">
                <a:latin typeface="NimbusSanL-Regu"/>
              </a:rPr>
              <a:t>Una vez que tenemos un objeto </a:t>
            </a:r>
            <a:r>
              <a:rPr lang="es-ES" sz="1800" i="1" dirty="0" err="1">
                <a:latin typeface="NimbusSanL-Regu"/>
              </a:rPr>
              <a:t>EntityManagerFactory</a:t>
            </a:r>
            <a:r>
              <a:rPr lang="es-ES" sz="1800" i="1" dirty="0">
                <a:latin typeface="NimbusSanL-Regu"/>
              </a:rPr>
              <a:t>, </a:t>
            </a:r>
            <a:r>
              <a:rPr lang="es-ES" sz="1800" dirty="0">
                <a:latin typeface="NimbusSanL-Regu"/>
              </a:rPr>
              <a:t>podremos instanciar objetos </a:t>
            </a:r>
            <a:r>
              <a:rPr lang="es-ES" sz="1800" i="1" dirty="0" err="1">
                <a:latin typeface="NimbusSanL-Regu"/>
              </a:rPr>
              <a:t>EntityManager</a:t>
            </a:r>
            <a:r>
              <a:rPr lang="es-ES" sz="1800" dirty="0">
                <a:latin typeface="NimbusSanL-Regu"/>
              </a:rPr>
              <a:t> que representarán una conexión a una base de datos.</a:t>
            </a:r>
          </a:p>
          <a:p>
            <a:pPr marL="1587" indent="0" algn="l">
              <a:buNone/>
            </a:pPr>
            <a:r>
              <a:rPr lang="es-ES" sz="1800" dirty="0">
                <a:latin typeface="NimbusSanL-Regu"/>
              </a:rPr>
              <a:t>Para crear una instancia de </a:t>
            </a:r>
            <a:r>
              <a:rPr lang="es-ES" sz="1800" i="1" dirty="0" err="1">
                <a:latin typeface="NimbusSanL-Regu"/>
              </a:rPr>
              <a:t>EntityManager</a:t>
            </a:r>
            <a:r>
              <a:rPr lang="es-ES" sz="1800" dirty="0">
                <a:latin typeface="NimbusSanL-Regu"/>
              </a:rPr>
              <a:t>, usaremos:</a:t>
            </a:r>
          </a:p>
          <a:p>
            <a:pPr marL="1587" indent="0" algn="l">
              <a:buNone/>
            </a:pPr>
            <a:endParaRPr lang="es-ES" sz="1800" dirty="0">
              <a:latin typeface="Courier New" panose="02070309020205020404" pitchFamily="49" charset="0"/>
              <a:cs typeface="Courier New" panose="02070309020205020404" pitchFamily="49" charset="0"/>
            </a:endParaRPr>
          </a:p>
          <a:p>
            <a:pPr marL="1587" indent="0" algn="l">
              <a:buNone/>
            </a:pPr>
            <a:r>
              <a:rPr lang="es-ES" sz="1800" i="1" dirty="0">
                <a:latin typeface="Courier New" panose="02070309020205020404" pitchFamily="49" charset="0"/>
                <a:cs typeface="Courier New" panose="02070309020205020404" pitchFamily="49" charset="0"/>
              </a:rPr>
              <a:t>//</a:t>
            </a:r>
            <a:r>
              <a:rPr lang="es-ES" sz="1800" i="1" dirty="0" err="1">
                <a:latin typeface="Courier New" panose="02070309020205020404" pitchFamily="49" charset="0"/>
                <a:cs typeface="Courier New" panose="02070309020205020404" pitchFamily="49" charset="0"/>
              </a:rPr>
              <a:t>emf</a:t>
            </a:r>
            <a:r>
              <a:rPr lang="es-ES" sz="1800" i="1" dirty="0">
                <a:latin typeface="Courier New" panose="02070309020205020404" pitchFamily="49" charset="0"/>
                <a:cs typeface="Courier New" panose="02070309020205020404" pitchFamily="49" charset="0"/>
              </a:rPr>
              <a:t> es un objeto </a:t>
            </a:r>
            <a:r>
              <a:rPr lang="es-ES" sz="1800" i="1" dirty="0" err="1">
                <a:latin typeface="Courier New" panose="02070309020205020404" pitchFamily="49" charset="0"/>
                <a:cs typeface="Courier New" panose="02070309020205020404" pitchFamily="49" charset="0"/>
              </a:rPr>
              <a:t>EntityManagerFactory</a:t>
            </a:r>
            <a:endParaRPr lang="es-ES" sz="1800" i="1" dirty="0">
              <a:latin typeface="Courier New" panose="02070309020205020404" pitchFamily="49" charset="0"/>
              <a:cs typeface="Courier New" panose="02070309020205020404" pitchFamily="49" charset="0"/>
            </a:endParaRPr>
          </a:p>
          <a:p>
            <a:pPr marL="1587" indent="0" algn="l">
              <a:buNone/>
            </a:pPr>
            <a:r>
              <a:rPr lang="es-ES" sz="1800" dirty="0" err="1">
                <a:latin typeface="Courier New" panose="02070309020205020404" pitchFamily="49" charset="0"/>
                <a:cs typeface="Courier New" panose="02070309020205020404" pitchFamily="49" charset="0"/>
              </a:rPr>
              <a:t>EntityManager</a:t>
            </a:r>
            <a:r>
              <a:rPr lang="es-ES" sz="1800" dirty="0">
                <a:latin typeface="Courier New" panose="02070309020205020404" pitchFamily="49" charset="0"/>
                <a:cs typeface="Courier New" panose="02070309020205020404" pitchFamily="49" charset="0"/>
              </a:rPr>
              <a:t> em= </a:t>
            </a:r>
            <a:r>
              <a:rPr lang="es-ES" sz="1800" dirty="0" err="1">
                <a:latin typeface="Courier New" panose="02070309020205020404" pitchFamily="49" charset="0"/>
                <a:cs typeface="Courier New" panose="02070309020205020404" pitchFamily="49" charset="0"/>
              </a:rPr>
              <a:t>emf.createEntityManager</a:t>
            </a:r>
            <a:r>
              <a:rPr lang="es-ES" sz="1800" dirty="0">
                <a:latin typeface="Courier New" panose="02070309020205020404" pitchFamily="49" charset="0"/>
                <a:cs typeface="Courier New" panose="02070309020205020404" pitchFamily="49" charset="0"/>
              </a:rPr>
              <a:t>();</a:t>
            </a:r>
          </a:p>
          <a:p>
            <a:pPr marL="1587" indent="0" algn="l">
              <a:buNone/>
            </a:pPr>
            <a:r>
              <a:rPr lang="es-ES" sz="1800" i="1" dirty="0">
                <a:latin typeface="Courier New" panose="02070309020205020404" pitchFamily="49" charset="0"/>
                <a:cs typeface="Courier New" panose="02070309020205020404" pitchFamily="49" charset="0"/>
              </a:rPr>
              <a:t>// Todas las operaciones sobre la base de datos</a:t>
            </a:r>
          </a:p>
          <a:p>
            <a:pPr marL="1587" indent="0" algn="l">
              <a:buNone/>
            </a:pPr>
            <a:r>
              <a:rPr lang="es-ES" sz="1800" dirty="0" err="1">
                <a:latin typeface="Courier New" panose="02070309020205020404" pitchFamily="49" charset="0"/>
                <a:cs typeface="Courier New" panose="02070309020205020404" pitchFamily="49" charset="0"/>
              </a:rPr>
              <a:t>em.close</a:t>
            </a:r>
            <a:r>
              <a:rPr lang="es-ES" sz="1800" dirty="0">
                <a:latin typeface="Courier New" panose="02070309020205020404" pitchFamily="49" charset="0"/>
                <a:cs typeface="Courier New" panose="02070309020205020404" pitchFamily="49" charset="0"/>
              </a:rPr>
              <a:t>();</a:t>
            </a:r>
          </a:p>
          <a:p>
            <a:pPr marL="1587" indent="0" algn="l">
              <a:buNone/>
            </a:pPr>
            <a:endParaRPr lang="es-ES" sz="1800" dirty="0">
              <a:latin typeface="NimbusSanL-Regu"/>
            </a:endParaRP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11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a:p>
            <a:pPr>
              <a:lnSpc>
                <a:spcPct val="100000"/>
              </a:lnSpc>
              <a:defRPr/>
            </a:pPr>
            <a:endParaRPr lang="es-ES" sz="2400" b="1" kern="0" dirty="0">
              <a:solidFill>
                <a:srgbClr val="FF0000"/>
              </a:solidFill>
            </a:endParaRPr>
          </a:p>
          <a:p>
            <a:pPr>
              <a:lnSpc>
                <a:spcPct val="100000"/>
              </a:lnSpc>
              <a:defRPr/>
            </a:pPr>
            <a:r>
              <a:rPr lang="es-ES" sz="2400" b="1" kern="0" dirty="0">
                <a:solidFill>
                  <a:srgbClr val="FF0000"/>
                </a:solidFill>
              </a:rPr>
              <a:t>Conexiones JPA</a:t>
            </a:r>
          </a:p>
        </p:txBody>
      </p:sp>
    </p:spTree>
    <p:extLst>
      <p:ext uri="{BB962C8B-B14F-4D97-AF65-F5344CB8AC3E}">
        <p14:creationId xmlns:p14="http://schemas.microsoft.com/office/powerpoint/2010/main" val="77353815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480965" y="1844824"/>
            <a:ext cx="8229600" cy="48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algn="l">
              <a:buNone/>
            </a:pPr>
            <a:r>
              <a:rPr lang="es-ES" sz="1800" dirty="0">
                <a:latin typeface="NimbusSanL-Regu"/>
              </a:rPr>
              <a:t>Las operaciones que afectan el contenido de la base de datos (almacenar, actualizar, eliminar) deben realizarse dentro de una transacción activa. </a:t>
            </a:r>
          </a:p>
          <a:p>
            <a:pPr marL="1587" indent="0" algn="l">
              <a:buNone/>
            </a:pPr>
            <a:r>
              <a:rPr lang="es-ES" sz="1800" dirty="0">
                <a:latin typeface="NimbusSanL-Regu"/>
              </a:rPr>
              <a:t>La interfaz </a:t>
            </a:r>
            <a:r>
              <a:rPr lang="es-ES" sz="1800" i="1" dirty="0" err="1">
                <a:latin typeface="NimbusSanL-Regu"/>
              </a:rPr>
              <a:t>EntityTransaction</a:t>
            </a:r>
            <a:r>
              <a:rPr lang="es-ES" sz="1800" dirty="0">
                <a:latin typeface="NimbusSanL-Regu"/>
              </a:rPr>
              <a:t> representa y administra las transacciones de la base de datos. </a:t>
            </a:r>
          </a:p>
          <a:p>
            <a:pPr marL="1587" indent="0" algn="l">
              <a:buNone/>
            </a:pPr>
            <a:r>
              <a:rPr lang="es-ES" sz="1800" dirty="0">
                <a:latin typeface="NimbusSanL-Regu"/>
              </a:rPr>
              <a:t>Cada </a:t>
            </a:r>
            <a:r>
              <a:rPr lang="es-ES" sz="1800" i="1" dirty="0" err="1">
                <a:latin typeface="NimbusSanL-Regu"/>
              </a:rPr>
              <a:t>EntityManager</a:t>
            </a:r>
            <a:r>
              <a:rPr lang="es-ES" sz="1800" dirty="0">
                <a:latin typeface="NimbusSanL-Regu"/>
              </a:rPr>
              <a:t> puede usar una sola instancia de </a:t>
            </a:r>
            <a:r>
              <a:rPr lang="es-ES" sz="1800" i="1" dirty="0" err="1">
                <a:latin typeface="NimbusSanL-Regu"/>
              </a:rPr>
              <a:t>EntityTransaction</a:t>
            </a:r>
            <a:r>
              <a:rPr lang="es-ES" sz="1800" dirty="0">
                <a:latin typeface="NimbusSanL-Regu"/>
              </a:rPr>
              <a:t> que se obtiene mediante el método </a:t>
            </a:r>
            <a:r>
              <a:rPr lang="es-ES" sz="1800" i="1" dirty="0" err="1">
                <a:latin typeface="NimbusSanL-Regu"/>
              </a:rPr>
              <a:t>getTransaction</a:t>
            </a:r>
            <a:r>
              <a:rPr lang="es-ES" sz="1800" dirty="0">
                <a:latin typeface="NimbusSanL-Regu"/>
              </a:rPr>
              <a:t>(). Toda transacción tiene que iniciarse y confirmarse o anularse al finalizar. Su uso normal es:</a:t>
            </a:r>
          </a:p>
          <a:p>
            <a:pPr marL="1587" indent="0" algn="l">
              <a:spcAft>
                <a:spcPts val="0"/>
              </a:spcAft>
              <a:buNone/>
            </a:pPr>
            <a:r>
              <a:rPr lang="es-ES" sz="1600" dirty="0">
                <a:latin typeface="Courier New" panose="02070309020205020404" pitchFamily="49" charset="0"/>
                <a:cs typeface="Courier New" panose="02070309020205020404" pitchFamily="49" charset="0"/>
              </a:rPr>
              <a:t>try {</a:t>
            </a:r>
          </a:p>
          <a:p>
            <a:pPr marL="1587" indent="0" algn="l">
              <a:spcAft>
                <a:spcPts val="0"/>
              </a:spcAft>
              <a:buNone/>
            </a:pP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em.getTransaction</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begin</a:t>
            </a:r>
            <a:r>
              <a:rPr lang="es-ES" sz="1600" dirty="0">
                <a:latin typeface="Courier New" panose="02070309020205020404" pitchFamily="49" charset="0"/>
                <a:cs typeface="Courier New" panose="02070309020205020404" pitchFamily="49" charset="0"/>
              </a:rPr>
              <a:t>();</a:t>
            </a:r>
          </a:p>
          <a:p>
            <a:pPr marL="1587" indent="0" algn="l">
              <a:spcAft>
                <a:spcPts val="0"/>
              </a:spcAft>
              <a:buNone/>
            </a:pPr>
            <a:r>
              <a:rPr lang="es-ES" sz="1600" dirty="0">
                <a:latin typeface="Courier New" panose="02070309020205020404" pitchFamily="49" charset="0"/>
                <a:cs typeface="Courier New" panose="02070309020205020404" pitchFamily="49" charset="0"/>
              </a:rPr>
              <a:t>      // operaciones que actualizan datos.</a:t>
            </a:r>
          </a:p>
          <a:p>
            <a:pPr marL="1587" indent="0" algn="l">
              <a:spcAft>
                <a:spcPts val="0"/>
              </a:spcAft>
              <a:buNone/>
            </a:pP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em.getTransaction</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commit</a:t>
            </a:r>
            <a:r>
              <a:rPr lang="es-ES" sz="1600" dirty="0">
                <a:latin typeface="Courier New" panose="02070309020205020404" pitchFamily="49" charset="0"/>
                <a:cs typeface="Courier New" panose="02070309020205020404" pitchFamily="49" charset="0"/>
              </a:rPr>
              <a:t>();</a:t>
            </a:r>
          </a:p>
          <a:p>
            <a:pPr marL="1587" indent="0" algn="l">
              <a:spcAft>
                <a:spcPts val="0"/>
              </a:spcAft>
              <a:buNone/>
            </a:pPr>
            <a:r>
              <a:rPr lang="es-ES" sz="1600" dirty="0">
                <a:latin typeface="Courier New" panose="02070309020205020404" pitchFamily="49" charset="0"/>
                <a:cs typeface="Courier New" panose="02070309020205020404" pitchFamily="49" charset="0"/>
              </a:rPr>
              <a:t>  }</a:t>
            </a:r>
          </a:p>
          <a:p>
            <a:pPr marL="1587" indent="0" algn="l">
              <a:spcAft>
                <a:spcPts val="0"/>
              </a:spcAft>
              <a:buNone/>
            </a:pP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finally</a:t>
            </a:r>
            <a:r>
              <a:rPr lang="es-ES" sz="1600" dirty="0">
                <a:latin typeface="Courier New" panose="02070309020205020404" pitchFamily="49" charset="0"/>
                <a:cs typeface="Courier New" panose="02070309020205020404" pitchFamily="49" charset="0"/>
              </a:rPr>
              <a:t> {</a:t>
            </a:r>
          </a:p>
          <a:p>
            <a:pPr marL="1587" indent="0" algn="l">
              <a:spcAft>
                <a:spcPts val="0"/>
              </a:spcAft>
              <a:buNone/>
            </a:pP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if</a:t>
            </a: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em.getTransaction</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isActive</a:t>
            </a:r>
            <a:r>
              <a:rPr lang="es-ES" sz="1600" dirty="0">
                <a:latin typeface="Courier New" panose="02070309020205020404" pitchFamily="49" charset="0"/>
                <a:cs typeface="Courier New" panose="02070309020205020404" pitchFamily="49" charset="0"/>
              </a:rPr>
              <a:t>())</a:t>
            </a:r>
          </a:p>
          <a:p>
            <a:pPr marL="1587" indent="0" algn="l">
              <a:spcAft>
                <a:spcPts val="0"/>
              </a:spcAft>
              <a:buNone/>
            </a:pPr>
            <a:r>
              <a:rPr lang="es-ES" sz="1600" dirty="0">
                <a:latin typeface="Courier New" panose="02070309020205020404" pitchFamily="49" charset="0"/>
                <a:cs typeface="Courier New" panose="02070309020205020404" pitchFamily="49" charset="0"/>
              </a:rPr>
              <a:t>          </a:t>
            </a:r>
            <a:r>
              <a:rPr lang="es-ES" sz="1600" dirty="0" err="1">
                <a:latin typeface="Courier New" panose="02070309020205020404" pitchFamily="49" charset="0"/>
                <a:cs typeface="Courier New" panose="02070309020205020404" pitchFamily="49" charset="0"/>
              </a:rPr>
              <a:t>em.getTransaction</a:t>
            </a:r>
            <a:r>
              <a:rPr lang="es-ES" sz="1600" dirty="0">
                <a:latin typeface="Courier New" panose="02070309020205020404" pitchFamily="49" charset="0"/>
                <a:cs typeface="Courier New" panose="02070309020205020404" pitchFamily="49" charset="0"/>
              </a:rPr>
              <a:t>().</a:t>
            </a:r>
            <a:r>
              <a:rPr lang="es-ES" sz="1600" dirty="0" err="1">
                <a:latin typeface="Courier New" panose="02070309020205020404" pitchFamily="49" charset="0"/>
                <a:cs typeface="Courier New" panose="02070309020205020404" pitchFamily="49" charset="0"/>
              </a:rPr>
              <a:t>rollback</a:t>
            </a:r>
            <a:r>
              <a:rPr lang="es-ES" sz="1600" dirty="0">
                <a:latin typeface="Courier New" panose="02070309020205020404" pitchFamily="49" charset="0"/>
                <a:cs typeface="Courier New" panose="02070309020205020404" pitchFamily="49" charset="0"/>
              </a:rPr>
              <a:t>();</a:t>
            </a:r>
          </a:p>
          <a:p>
            <a:pPr marL="1587" indent="0" algn="l">
              <a:spcAft>
                <a:spcPts val="0"/>
              </a:spcAft>
              <a:buNone/>
            </a:pPr>
            <a:r>
              <a:rPr lang="es-ES" sz="1600" dirty="0">
                <a:latin typeface="Courier New" panose="02070309020205020404" pitchFamily="49" charset="0"/>
                <a:cs typeface="Courier New" panose="02070309020205020404" pitchFamily="49" charset="0"/>
              </a:rPr>
              <a:t>  }</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11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a:p>
            <a:pPr>
              <a:lnSpc>
                <a:spcPct val="100000"/>
              </a:lnSpc>
              <a:defRPr/>
            </a:pPr>
            <a:endParaRPr lang="es-ES" sz="2400" b="1" kern="0" dirty="0">
              <a:solidFill>
                <a:srgbClr val="FF0000"/>
              </a:solidFill>
            </a:endParaRPr>
          </a:p>
          <a:p>
            <a:pPr>
              <a:lnSpc>
                <a:spcPct val="100000"/>
              </a:lnSpc>
              <a:defRPr/>
            </a:pPr>
            <a:r>
              <a:rPr lang="es-ES" sz="2400" b="1" kern="0" dirty="0">
                <a:solidFill>
                  <a:srgbClr val="FF0000"/>
                </a:solidFill>
              </a:rPr>
              <a:t>Transacciones</a:t>
            </a:r>
          </a:p>
        </p:txBody>
      </p:sp>
    </p:spTree>
    <p:extLst>
      <p:ext uri="{BB962C8B-B14F-4D97-AF65-F5344CB8AC3E}">
        <p14:creationId xmlns:p14="http://schemas.microsoft.com/office/powerpoint/2010/main" val="90067595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480965" y="1844824"/>
            <a:ext cx="8229600" cy="48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algn="l">
              <a:buNone/>
            </a:pPr>
            <a:r>
              <a:rPr lang="es-ES" sz="1800" dirty="0">
                <a:latin typeface="NimbusSanL-Regu"/>
                <a:cs typeface="Courier New" panose="02070309020205020404" pitchFamily="49" charset="0"/>
              </a:rPr>
              <a:t>Para persistir o guardar un objeto </a:t>
            </a:r>
            <a:r>
              <a:rPr lang="es-ES" sz="1800" i="1" dirty="0" err="1">
                <a:latin typeface="NimbusSanL-Regu"/>
                <a:cs typeface="Courier New" panose="02070309020205020404" pitchFamily="49" charset="0"/>
              </a:rPr>
              <a:t>Entity</a:t>
            </a:r>
            <a:r>
              <a:rPr lang="es-ES" sz="1800" dirty="0">
                <a:latin typeface="NimbusSanL-Regu"/>
                <a:cs typeface="Courier New" panose="02070309020205020404" pitchFamily="49" charset="0"/>
              </a:rPr>
              <a:t> en la base de datos, se usa el método </a:t>
            </a:r>
            <a:r>
              <a:rPr lang="es-ES" sz="1800" b="1" dirty="0" err="1">
                <a:latin typeface="NimbusSanL-Regu"/>
                <a:cs typeface="Courier New" panose="02070309020205020404" pitchFamily="49" charset="0"/>
              </a:rPr>
              <a:t>persist</a:t>
            </a:r>
            <a:r>
              <a:rPr lang="es-ES" sz="1800" b="1" dirty="0">
                <a:latin typeface="NimbusSanL-Regu"/>
                <a:cs typeface="Courier New" panose="02070309020205020404" pitchFamily="49" charset="0"/>
              </a:rPr>
              <a:t>(</a:t>
            </a:r>
            <a:r>
              <a:rPr lang="es-ES" sz="1800" b="1" dirty="0" err="1">
                <a:latin typeface="NimbusSanL-Regu"/>
                <a:cs typeface="Courier New" panose="02070309020205020404" pitchFamily="49" charset="0"/>
              </a:rPr>
              <a:t>entity</a:t>
            </a:r>
            <a:r>
              <a:rPr lang="es-ES" sz="1800" b="1" dirty="0">
                <a:latin typeface="NimbusSanL-Regu"/>
                <a:cs typeface="Courier New" panose="02070309020205020404" pitchFamily="49" charset="0"/>
              </a:rPr>
              <a:t>). </a:t>
            </a:r>
            <a:r>
              <a:rPr lang="es-ES" sz="1800" dirty="0">
                <a:latin typeface="NimbusSanL-Regu"/>
                <a:cs typeface="Courier New" panose="02070309020205020404" pitchFamily="49" charset="0"/>
              </a:rPr>
              <a:t>Suponiendo que </a:t>
            </a:r>
            <a:r>
              <a:rPr lang="es-ES" sz="1800" b="1" dirty="0">
                <a:latin typeface="NimbusSanL-Regu"/>
                <a:cs typeface="Courier New" panose="02070309020205020404" pitchFamily="49" charset="0"/>
              </a:rPr>
              <a:t>em</a:t>
            </a:r>
            <a:r>
              <a:rPr lang="es-ES" sz="1800" dirty="0">
                <a:latin typeface="NimbusSanL-Regu"/>
                <a:cs typeface="Courier New" panose="02070309020205020404" pitchFamily="49" charset="0"/>
              </a:rPr>
              <a:t> es un objeto </a:t>
            </a:r>
            <a:r>
              <a:rPr lang="es-ES" sz="1800" i="1" dirty="0" err="1">
                <a:latin typeface="NimbusSanL-Regu"/>
                <a:cs typeface="Courier New" panose="02070309020205020404" pitchFamily="49" charset="0"/>
              </a:rPr>
              <a:t>EntityManager</a:t>
            </a:r>
            <a:r>
              <a:rPr lang="es-ES" sz="1800" dirty="0">
                <a:latin typeface="NimbusSanL-Regu"/>
                <a:cs typeface="Courier New" panose="02070309020205020404" pitchFamily="49" charset="0"/>
              </a:rPr>
              <a:t> y que se ha iniciado una transacción, este es el código ejemplo para persistir un objeto </a:t>
            </a:r>
            <a:r>
              <a:rPr lang="es-ES" sz="1800" i="1" dirty="0" err="1">
                <a:latin typeface="NimbusSanL-Regu"/>
                <a:cs typeface="Courier New" panose="02070309020205020404" pitchFamily="49" charset="0"/>
              </a:rPr>
              <a:t>Entity</a:t>
            </a:r>
            <a:r>
              <a:rPr lang="es-ES" sz="1800" i="1" dirty="0">
                <a:latin typeface="NimbusSanL-Regu"/>
                <a:cs typeface="Courier New" panose="02070309020205020404" pitchFamily="49" charset="0"/>
              </a:rPr>
              <a:t> </a:t>
            </a:r>
            <a:r>
              <a:rPr lang="es-ES" sz="1800" b="1" dirty="0">
                <a:latin typeface="NimbusSanL-Regu"/>
                <a:cs typeface="Courier New" panose="02070309020205020404" pitchFamily="49" charset="0"/>
              </a:rPr>
              <a:t>empleado</a:t>
            </a:r>
            <a:r>
              <a:rPr lang="es-ES" sz="1800" dirty="0">
                <a:latin typeface="NimbusSanL-Regu"/>
                <a:cs typeface="Courier New" panose="02070309020205020404" pitchFamily="49" charset="0"/>
              </a:rPr>
              <a:t>:</a:t>
            </a: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r>
              <a:rPr lang="es-ES" sz="1800" dirty="0">
                <a:latin typeface="NimbusSanL-Regu"/>
                <a:cs typeface="Courier New" panose="02070309020205020404" pitchFamily="49" charset="0"/>
              </a:rPr>
              <a:t>Aunque este objeto, realmente quedará guardado cuando se confirme la transacción de la que forme parte esta operación.</a:t>
            </a:r>
          </a:p>
          <a:p>
            <a:pPr marL="1587" indent="0" algn="l">
              <a:buNone/>
            </a:pPr>
            <a:r>
              <a:rPr lang="es-ES" sz="1800" dirty="0">
                <a:latin typeface="NimbusSanL-Regu"/>
                <a:cs typeface="Courier New" panose="02070309020205020404" pitchFamily="49" charset="0"/>
              </a:rPr>
              <a:t>Mientras tanto, el objeto estará en un estado </a:t>
            </a:r>
            <a:r>
              <a:rPr lang="es-ES" sz="1800" b="1" i="1" dirty="0" err="1">
                <a:latin typeface="NimbusSanL-Regu"/>
                <a:cs typeface="Courier New" panose="02070309020205020404" pitchFamily="49" charset="0"/>
              </a:rPr>
              <a:t>managed</a:t>
            </a:r>
            <a:r>
              <a:rPr lang="es-ES" sz="1800" b="1" i="1" dirty="0">
                <a:latin typeface="NimbusSanL-Regu"/>
                <a:cs typeface="Courier New" panose="02070309020205020404" pitchFamily="49" charset="0"/>
              </a:rPr>
              <a:t>.</a:t>
            </a:r>
          </a:p>
          <a:p>
            <a:pPr marL="1587" indent="0" algn="l">
              <a:buNone/>
            </a:pPr>
            <a:r>
              <a:rPr lang="es-ES" sz="1800" dirty="0">
                <a:latin typeface="NimbusSanL-Regu"/>
                <a:cs typeface="Courier New" panose="02070309020205020404" pitchFamily="49" charset="0"/>
              </a:rPr>
              <a:t>El método </a:t>
            </a:r>
            <a:r>
              <a:rPr lang="es-ES" sz="1800" b="1" dirty="0" err="1">
                <a:latin typeface="NimbusSanL-Regu"/>
                <a:cs typeface="Courier New" panose="02070309020205020404" pitchFamily="49" charset="0"/>
              </a:rPr>
              <a:t>persist</a:t>
            </a:r>
            <a:r>
              <a:rPr lang="es-ES" sz="1800" dirty="0">
                <a:latin typeface="NimbusSanL-Regu"/>
                <a:cs typeface="Courier New" panose="02070309020205020404" pitchFamily="49" charset="0"/>
              </a:rPr>
              <a:t> genera una excepción </a:t>
            </a:r>
            <a:r>
              <a:rPr lang="es-ES" sz="1800" i="1" dirty="0" err="1">
                <a:latin typeface="NimbusSanL-Regu"/>
                <a:cs typeface="Courier New" panose="02070309020205020404" pitchFamily="49" charset="0"/>
              </a:rPr>
              <a:t>IllegalArgumentException</a:t>
            </a:r>
            <a:r>
              <a:rPr lang="es-ES" sz="1800" dirty="0">
                <a:latin typeface="NimbusSanL-Regu"/>
                <a:cs typeface="Courier New" panose="02070309020205020404" pitchFamily="49" charset="0"/>
              </a:rPr>
              <a:t> si el argumento pasado para guardarlo no es una instancia de una clase </a:t>
            </a:r>
            <a:r>
              <a:rPr lang="es-ES" sz="1800" i="1" dirty="0" err="1">
                <a:latin typeface="NimbusSanL-Regu"/>
                <a:cs typeface="Courier New" panose="02070309020205020404" pitchFamily="49" charset="0"/>
              </a:rPr>
              <a:t>Entity</a:t>
            </a:r>
            <a:r>
              <a:rPr lang="es-ES" sz="1800" dirty="0">
                <a:latin typeface="NimbusSanL-Regu"/>
                <a:cs typeface="Courier New" panose="02070309020205020404" pitchFamily="49" charset="0"/>
              </a:rPr>
              <a:t>.</a:t>
            </a:r>
            <a:endParaRPr lang="es-ES" sz="1600" dirty="0">
              <a:latin typeface="Courier New" panose="02070309020205020404" pitchFamily="49" charset="0"/>
              <a:cs typeface="Courier New" panose="02070309020205020404" pitchFamily="49" charset="0"/>
            </a:endParaRPr>
          </a:p>
          <a:p>
            <a:pPr marL="1587" indent="0" algn="l">
              <a:buNone/>
            </a:pPr>
            <a:r>
              <a:rPr lang="es-ES" sz="1800" dirty="0">
                <a:latin typeface="NimbusSanL-Regu"/>
                <a:cs typeface="Courier New" panose="02070309020205020404" pitchFamily="49" charset="0"/>
              </a:rPr>
              <a:t>Si la BD ya contiene otro objeto del mismo tipo y con el mismo </a:t>
            </a:r>
            <a:r>
              <a:rPr lang="es-ES" sz="1800" b="1" dirty="0">
                <a:latin typeface="NimbusSanL-Regu"/>
                <a:cs typeface="Courier New" panose="02070309020205020404" pitchFamily="49" charset="0"/>
              </a:rPr>
              <a:t>Id</a:t>
            </a:r>
            <a:r>
              <a:rPr lang="es-ES" sz="1800" dirty="0">
                <a:latin typeface="NimbusSanL-Regu"/>
                <a:cs typeface="Courier New" panose="02070309020205020404" pitchFamily="49" charset="0"/>
              </a:rPr>
              <a:t>, </a:t>
            </a:r>
            <a:r>
              <a:rPr lang="es-ES" sz="1800" b="1" dirty="0" err="1">
                <a:latin typeface="NimbusSanL-Regu"/>
                <a:cs typeface="Courier New" panose="02070309020205020404" pitchFamily="49" charset="0"/>
              </a:rPr>
              <a:t>persist</a:t>
            </a:r>
            <a:r>
              <a:rPr lang="es-ES" sz="1800" dirty="0">
                <a:latin typeface="NimbusSanL-Regu"/>
                <a:cs typeface="Courier New" panose="02070309020205020404" pitchFamily="49" charset="0"/>
              </a:rPr>
              <a:t> genera una excepción </a:t>
            </a:r>
            <a:r>
              <a:rPr lang="es-ES" sz="1800" i="1" dirty="0" err="1">
                <a:latin typeface="NimbusSanL-Regu"/>
                <a:cs typeface="Courier New" panose="02070309020205020404" pitchFamily="49" charset="0"/>
              </a:rPr>
              <a:t>EntityExistsException</a:t>
            </a:r>
            <a:r>
              <a:rPr lang="es-ES" sz="1800" dirty="0">
                <a:latin typeface="NimbusSanL-Regu"/>
                <a:cs typeface="Courier New" panose="02070309020205020404" pitchFamily="49" charset="0"/>
              </a:rPr>
              <a:t>.</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11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a:p>
            <a:pPr>
              <a:lnSpc>
                <a:spcPct val="100000"/>
              </a:lnSpc>
              <a:defRPr/>
            </a:pPr>
            <a:endParaRPr lang="es-ES" sz="2400" b="1" kern="0" dirty="0">
              <a:solidFill>
                <a:srgbClr val="FF0000"/>
              </a:solidFill>
            </a:endParaRPr>
          </a:p>
          <a:p>
            <a:pPr>
              <a:lnSpc>
                <a:spcPct val="100000"/>
              </a:lnSpc>
              <a:defRPr/>
            </a:pPr>
            <a:r>
              <a:rPr lang="es-ES" sz="2400" b="1" kern="0" dirty="0">
                <a:solidFill>
                  <a:srgbClr val="FF0000"/>
                </a:solidFill>
              </a:rPr>
              <a:t>Guardar objetos </a:t>
            </a:r>
            <a:r>
              <a:rPr lang="es-ES" sz="2400" b="1" kern="0" dirty="0" err="1">
                <a:solidFill>
                  <a:srgbClr val="FF0000"/>
                </a:solidFill>
              </a:rPr>
              <a:t>Entity</a:t>
            </a:r>
            <a:r>
              <a:rPr lang="es-ES" sz="2400" b="1" kern="0" dirty="0">
                <a:solidFill>
                  <a:srgbClr val="FF0000"/>
                </a:solidFill>
              </a:rPr>
              <a:t> JPA</a:t>
            </a:r>
          </a:p>
        </p:txBody>
      </p:sp>
      <p:pic>
        <p:nvPicPr>
          <p:cNvPr id="3" name="Imagen 2">
            <a:extLst>
              <a:ext uri="{FF2B5EF4-FFF2-40B4-BE49-F238E27FC236}">
                <a16:creationId xmlns:a16="http://schemas.microsoft.com/office/drawing/2014/main" id="{F7471464-87DC-3069-5C6C-3335E4E34D27}"/>
              </a:ext>
            </a:extLst>
          </p:cNvPr>
          <p:cNvPicPr>
            <a:picLocks noChangeAspect="1"/>
          </p:cNvPicPr>
          <p:nvPr/>
        </p:nvPicPr>
        <p:blipFill>
          <a:blip r:embed="rId3"/>
          <a:stretch>
            <a:fillRect/>
          </a:stretch>
        </p:blipFill>
        <p:spPr>
          <a:xfrm>
            <a:off x="971600" y="3067050"/>
            <a:ext cx="7535296" cy="1010022"/>
          </a:xfrm>
          <a:prstGeom prst="rect">
            <a:avLst/>
          </a:prstGeom>
        </p:spPr>
      </p:pic>
    </p:spTree>
    <p:extLst>
      <p:ext uri="{BB962C8B-B14F-4D97-AF65-F5344CB8AC3E}">
        <p14:creationId xmlns:p14="http://schemas.microsoft.com/office/powerpoint/2010/main" val="129167092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480965" y="1844824"/>
            <a:ext cx="8229600" cy="48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algn="l">
              <a:buNone/>
            </a:pPr>
            <a:r>
              <a:rPr lang="es-ES" sz="1800" dirty="0">
                <a:latin typeface="NimbusSanL-Regu"/>
                <a:cs typeface="Courier New" panose="02070309020205020404" pitchFamily="49" charset="0"/>
              </a:rPr>
              <a:t>Para obtener los objetos de una </a:t>
            </a:r>
            <a:r>
              <a:rPr lang="es-ES" sz="1800" i="1" dirty="0" err="1">
                <a:latin typeface="NimbusSanL-Regu"/>
                <a:cs typeface="Courier New" panose="02070309020205020404" pitchFamily="49" charset="0"/>
              </a:rPr>
              <a:t>Entity</a:t>
            </a:r>
            <a:r>
              <a:rPr lang="es-ES" sz="1800" i="1" dirty="0">
                <a:latin typeface="NimbusSanL-Regu"/>
                <a:cs typeface="Courier New" panose="02070309020205020404" pitchFamily="49" charset="0"/>
              </a:rPr>
              <a:t> </a:t>
            </a:r>
            <a:r>
              <a:rPr lang="es-ES" sz="1800" i="1" dirty="0" err="1">
                <a:latin typeface="NimbusSanL-Regu"/>
                <a:cs typeface="Courier New" panose="02070309020205020404" pitchFamily="49" charset="0"/>
              </a:rPr>
              <a:t>Class</a:t>
            </a:r>
            <a:r>
              <a:rPr lang="es-ES" sz="1800" i="1" dirty="0">
                <a:latin typeface="NimbusSanL-Regu"/>
                <a:cs typeface="Courier New" panose="02070309020205020404" pitchFamily="49" charset="0"/>
              </a:rPr>
              <a:t> </a:t>
            </a:r>
            <a:r>
              <a:rPr lang="es-ES" sz="1800" dirty="0">
                <a:latin typeface="NimbusSanL-Regu"/>
                <a:cs typeface="Courier New" panose="02070309020205020404" pitchFamily="49" charset="0"/>
              </a:rPr>
              <a:t>almacenados en la base de datos, podemos usar </a:t>
            </a:r>
            <a:r>
              <a:rPr lang="es-ES" sz="1800" i="1" dirty="0" err="1">
                <a:latin typeface="NimbusSanL-Regu"/>
                <a:cs typeface="Courier New" panose="02070309020205020404" pitchFamily="49" charset="0"/>
              </a:rPr>
              <a:t>Query</a:t>
            </a:r>
            <a:r>
              <a:rPr lang="es-ES" sz="1800" i="1" dirty="0">
                <a:latin typeface="NimbusSanL-Regu"/>
                <a:cs typeface="Courier New" panose="02070309020205020404" pitchFamily="49" charset="0"/>
              </a:rPr>
              <a:t> </a:t>
            </a:r>
            <a:r>
              <a:rPr lang="es-ES" sz="1800" dirty="0">
                <a:latin typeface="NimbusSanL-Regu"/>
                <a:cs typeface="Courier New" panose="02070309020205020404" pitchFamily="49" charset="0"/>
              </a:rPr>
              <a:t>con lenguaje </a:t>
            </a:r>
            <a:r>
              <a:rPr lang="es-ES" sz="1800" b="1" dirty="0">
                <a:latin typeface="NimbusSanL-Regu"/>
                <a:cs typeface="Courier New" panose="02070309020205020404" pitchFamily="49" charset="0"/>
              </a:rPr>
              <a:t>JPQL</a:t>
            </a:r>
            <a:r>
              <a:rPr lang="es-ES" sz="1800" dirty="0">
                <a:latin typeface="NimbusSanL-Regu"/>
                <a:cs typeface="Courier New" panose="02070309020205020404" pitchFamily="49" charset="0"/>
              </a:rPr>
              <a:t> y ejecutar la </a:t>
            </a:r>
            <a:r>
              <a:rPr lang="es-ES" sz="1800" b="1" dirty="0" err="1">
                <a:latin typeface="NimbusSanL-Regu"/>
                <a:cs typeface="Courier New" panose="02070309020205020404" pitchFamily="49" charset="0"/>
              </a:rPr>
              <a:t>query</a:t>
            </a:r>
            <a:r>
              <a:rPr lang="es-ES" sz="1800" dirty="0">
                <a:latin typeface="NimbusSanL-Regu"/>
                <a:cs typeface="Courier New" panose="02070309020205020404" pitchFamily="49" charset="0"/>
              </a:rPr>
              <a:t>. Por ejemplo:</a:t>
            </a: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r>
              <a:rPr lang="es-ES" sz="1800" dirty="0">
                <a:latin typeface="NimbusSanL-Regu"/>
                <a:cs typeface="Courier New" panose="02070309020205020404" pitchFamily="49" charset="0"/>
              </a:rPr>
              <a:t>La sintaxis JPQL se basa en el lenguaje SQL.</a:t>
            </a:r>
          </a:p>
          <a:p>
            <a:pPr marL="1587" indent="0" algn="l">
              <a:buNone/>
            </a:pPr>
            <a:r>
              <a:rPr lang="es-ES" sz="1800" dirty="0">
                <a:latin typeface="NimbusSanL-Regu"/>
                <a:cs typeface="Courier New" panose="02070309020205020404" pitchFamily="49" charset="0"/>
              </a:rPr>
              <a:t>En las consultas, en los nombres de las clases y de los atributos de las clases se diferencian mayúsculas y minúsculas.</a:t>
            </a:r>
          </a:p>
          <a:p>
            <a:pPr marL="1587" indent="0" algn="l">
              <a:buNone/>
            </a:pPr>
            <a:r>
              <a:rPr lang="es-ES" sz="1800" dirty="0">
                <a:latin typeface="NimbusSanL-Regu"/>
                <a:cs typeface="Courier New" panose="02070309020205020404" pitchFamily="49" charset="0"/>
              </a:rPr>
              <a:t>La API JPA proporciona varias formas de obtener objetos de la BD.</a:t>
            </a: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11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a:p>
            <a:pPr>
              <a:lnSpc>
                <a:spcPct val="100000"/>
              </a:lnSpc>
              <a:defRPr/>
            </a:pPr>
            <a:endParaRPr lang="es-ES" sz="2400" b="1" kern="0" dirty="0">
              <a:solidFill>
                <a:srgbClr val="FF0000"/>
              </a:solidFill>
            </a:endParaRPr>
          </a:p>
          <a:p>
            <a:pPr>
              <a:lnSpc>
                <a:spcPct val="100000"/>
              </a:lnSpc>
              <a:defRPr/>
            </a:pPr>
            <a:r>
              <a:rPr lang="es-ES" sz="2400" b="1" kern="0" dirty="0">
                <a:solidFill>
                  <a:srgbClr val="FF0000"/>
                </a:solidFill>
              </a:rPr>
              <a:t>Obtener lista de objetos </a:t>
            </a:r>
            <a:r>
              <a:rPr lang="es-ES" sz="2400" b="1" kern="0" dirty="0" err="1">
                <a:solidFill>
                  <a:srgbClr val="FF0000"/>
                </a:solidFill>
              </a:rPr>
              <a:t>Entity</a:t>
            </a:r>
            <a:r>
              <a:rPr lang="es-ES" sz="2400" b="1" kern="0" dirty="0">
                <a:solidFill>
                  <a:srgbClr val="FF0000"/>
                </a:solidFill>
              </a:rPr>
              <a:t> JPA</a:t>
            </a:r>
          </a:p>
        </p:txBody>
      </p:sp>
      <p:pic>
        <p:nvPicPr>
          <p:cNvPr id="5" name="Imagen 4">
            <a:extLst>
              <a:ext uri="{FF2B5EF4-FFF2-40B4-BE49-F238E27FC236}">
                <a16:creationId xmlns:a16="http://schemas.microsoft.com/office/drawing/2014/main" id="{8AF38DF0-FE1D-7ED7-A3F9-677B87EAB5B4}"/>
              </a:ext>
            </a:extLst>
          </p:cNvPr>
          <p:cNvPicPr>
            <a:picLocks noChangeAspect="1"/>
          </p:cNvPicPr>
          <p:nvPr/>
        </p:nvPicPr>
        <p:blipFill>
          <a:blip r:embed="rId3"/>
          <a:stretch>
            <a:fillRect/>
          </a:stretch>
        </p:blipFill>
        <p:spPr>
          <a:xfrm>
            <a:off x="899592" y="2708920"/>
            <a:ext cx="7030599" cy="1296144"/>
          </a:xfrm>
          <a:prstGeom prst="rect">
            <a:avLst/>
          </a:prstGeom>
        </p:spPr>
      </p:pic>
    </p:spTree>
    <p:extLst>
      <p:ext uri="{BB962C8B-B14F-4D97-AF65-F5344CB8AC3E}">
        <p14:creationId xmlns:p14="http://schemas.microsoft.com/office/powerpoint/2010/main" val="399828370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480965" y="1844824"/>
            <a:ext cx="8229600" cy="48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algn="l">
              <a:buNone/>
            </a:pPr>
            <a:r>
              <a:rPr lang="es-ES" sz="1800" dirty="0">
                <a:latin typeface="NimbusSanL-Regu"/>
                <a:cs typeface="Courier New" panose="02070309020205020404" pitchFamily="49" charset="0"/>
              </a:rPr>
              <a:t>Podemos obtener un objeto de una </a:t>
            </a:r>
            <a:r>
              <a:rPr lang="es-ES" sz="1800" i="1" dirty="0" err="1">
                <a:latin typeface="NimbusSanL-Regu"/>
                <a:cs typeface="Courier New" panose="02070309020205020404" pitchFamily="49" charset="0"/>
              </a:rPr>
              <a:t>Entity</a:t>
            </a:r>
            <a:r>
              <a:rPr lang="es-ES" sz="1800" i="1" dirty="0">
                <a:latin typeface="NimbusSanL-Regu"/>
                <a:cs typeface="Courier New" panose="02070309020205020404" pitchFamily="49" charset="0"/>
              </a:rPr>
              <a:t> </a:t>
            </a:r>
            <a:r>
              <a:rPr lang="es-ES" sz="1800" i="1" dirty="0" err="1">
                <a:latin typeface="NimbusSanL-Regu"/>
                <a:cs typeface="Courier New" panose="02070309020205020404" pitchFamily="49" charset="0"/>
              </a:rPr>
              <a:t>Class</a:t>
            </a:r>
            <a:r>
              <a:rPr lang="es-ES" sz="1800" i="1" dirty="0">
                <a:latin typeface="NimbusSanL-Regu"/>
                <a:cs typeface="Courier New" panose="02070309020205020404" pitchFamily="49" charset="0"/>
              </a:rPr>
              <a:t> </a:t>
            </a:r>
            <a:r>
              <a:rPr lang="es-ES" sz="1800" dirty="0">
                <a:latin typeface="NimbusSanL-Regu"/>
                <a:cs typeface="Courier New" panose="02070309020205020404" pitchFamily="49" charset="0"/>
              </a:rPr>
              <a:t>almacenado en la base de datos por el valor de su </a:t>
            </a:r>
            <a:r>
              <a:rPr lang="es-ES" sz="1800" b="1" dirty="0">
                <a:latin typeface="NimbusSanL-Regu"/>
                <a:cs typeface="Courier New" panose="02070309020205020404" pitchFamily="49" charset="0"/>
              </a:rPr>
              <a:t>Id</a:t>
            </a:r>
            <a:r>
              <a:rPr lang="es-ES" sz="1800" dirty="0">
                <a:latin typeface="NimbusSanL-Regu"/>
                <a:cs typeface="Courier New" panose="02070309020205020404" pitchFamily="49" charset="0"/>
              </a:rPr>
              <a:t>, usando el método </a:t>
            </a:r>
            <a:r>
              <a:rPr lang="es-ES" sz="1800" b="1" dirty="0" err="1">
                <a:latin typeface="NimbusSanL-Regu"/>
                <a:cs typeface="Courier New" panose="02070309020205020404" pitchFamily="49" charset="0"/>
              </a:rPr>
              <a:t>find</a:t>
            </a:r>
            <a:r>
              <a:rPr lang="es-ES" sz="1800" b="1" dirty="0">
                <a:latin typeface="NimbusSanL-Regu"/>
                <a:cs typeface="Courier New" panose="02070309020205020404" pitchFamily="49" charset="0"/>
              </a:rPr>
              <a:t> </a:t>
            </a:r>
            <a:r>
              <a:rPr lang="es-ES" sz="1800" dirty="0">
                <a:latin typeface="NimbusSanL-Regu"/>
                <a:cs typeface="Courier New" panose="02070309020205020404" pitchFamily="49" charset="0"/>
              </a:rPr>
              <a:t>de </a:t>
            </a:r>
            <a:r>
              <a:rPr lang="es-ES" sz="1800" i="1" dirty="0" err="1">
                <a:latin typeface="NimbusSanL-Regu"/>
                <a:cs typeface="Courier New" panose="02070309020205020404" pitchFamily="49" charset="0"/>
              </a:rPr>
              <a:t>EntityManager</a:t>
            </a:r>
            <a:r>
              <a:rPr lang="es-ES" sz="1800" i="1" dirty="0">
                <a:latin typeface="NimbusSanL-Regu"/>
                <a:cs typeface="Courier New" panose="02070309020205020404" pitchFamily="49" charset="0"/>
              </a:rPr>
              <a:t>. </a:t>
            </a:r>
            <a:r>
              <a:rPr lang="es-ES" sz="1800" dirty="0">
                <a:latin typeface="NimbusSanL-Regu"/>
                <a:cs typeface="Courier New" panose="02070309020205020404" pitchFamily="49" charset="0"/>
              </a:rPr>
              <a:t>Suponiendo que </a:t>
            </a:r>
            <a:r>
              <a:rPr lang="es-ES" sz="1800" b="1" dirty="0">
                <a:latin typeface="NimbusSanL-Regu"/>
                <a:cs typeface="Courier New" panose="02070309020205020404" pitchFamily="49" charset="0"/>
              </a:rPr>
              <a:t>em </a:t>
            </a:r>
            <a:r>
              <a:rPr lang="es-ES" sz="1800" dirty="0">
                <a:latin typeface="NimbusSanL-Regu"/>
                <a:cs typeface="Courier New" panose="02070309020205020404" pitchFamily="49" charset="0"/>
              </a:rPr>
              <a:t>es un objeto </a:t>
            </a:r>
            <a:r>
              <a:rPr lang="es-ES" sz="1800" i="1" dirty="0" err="1">
                <a:latin typeface="NimbusSanL-Regu"/>
                <a:cs typeface="Courier New" panose="02070309020205020404" pitchFamily="49" charset="0"/>
              </a:rPr>
              <a:t>EntityManager</a:t>
            </a:r>
            <a:r>
              <a:rPr lang="es-ES" sz="1800" i="1" dirty="0">
                <a:latin typeface="NimbusSanL-Regu"/>
                <a:cs typeface="Courier New" panose="02070309020205020404" pitchFamily="49" charset="0"/>
              </a:rPr>
              <a:t>, </a:t>
            </a:r>
            <a:r>
              <a:rPr lang="es-ES" sz="1800" dirty="0">
                <a:latin typeface="NimbusSanL-Regu"/>
                <a:cs typeface="Courier New" panose="02070309020205020404" pitchFamily="49" charset="0"/>
              </a:rPr>
              <a:t>en el siguiente código se obtiene el empleado con Id=1:</a:t>
            </a: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11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a:p>
            <a:pPr>
              <a:lnSpc>
                <a:spcPct val="100000"/>
              </a:lnSpc>
              <a:defRPr/>
            </a:pPr>
            <a:endParaRPr lang="es-ES" sz="2400" b="1" kern="0" dirty="0">
              <a:solidFill>
                <a:srgbClr val="FF0000"/>
              </a:solidFill>
            </a:endParaRPr>
          </a:p>
          <a:p>
            <a:pPr>
              <a:lnSpc>
                <a:spcPct val="100000"/>
              </a:lnSpc>
              <a:defRPr/>
            </a:pPr>
            <a:r>
              <a:rPr lang="es-ES" sz="2400" b="1" kern="0" dirty="0">
                <a:solidFill>
                  <a:srgbClr val="FF0000"/>
                </a:solidFill>
              </a:rPr>
              <a:t>Obtener objeto </a:t>
            </a:r>
            <a:r>
              <a:rPr lang="es-ES" sz="2400" b="1" kern="0" dirty="0" err="1">
                <a:solidFill>
                  <a:srgbClr val="FF0000"/>
                </a:solidFill>
              </a:rPr>
              <a:t>Entity</a:t>
            </a:r>
            <a:r>
              <a:rPr lang="es-ES" sz="2400" b="1" kern="0" dirty="0">
                <a:solidFill>
                  <a:srgbClr val="FF0000"/>
                </a:solidFill>
              </a:rPr>
              <a:t> JPA por Id</a:t>
            </a:r>
          </a:p>
        </p:txBody>
      </p:sp>
      <p:pic>
        <p:nvPicPr>
          <p:cNvPr id="6" name="Imagen 5">
            <a:extLst>
              <a:ext uri="{FF2B5EF4-FFF2-40B4-BE49-F238E27FC236}">
                <a16:creationId xmlns:a16="http://schemas.microsoft.com/office/drawing/2014/main" id="{4B59FB76-721B-73F4-DEDE-6CA40FE02FA4}"/>
              </a:ext>
            </a:extLst>
          </p:cNvPr>
          <p:cNvPicPr>
            <a:picLocks noChangeAspect="1"/>
          </p:cNvPicPr>
          <p:nvPr/>
        </p:nvPicPr>
        <p:blipFill>
          <a:blip r:embed="rId3"/>
          <a:stretch>
            <a:fillRect/>
          </a:stretch>
        </p:blipFill>
        <p:spPr>
          <a:xfrm>
            <a:off x="1403648" y="2996952"/>
            <a:ext cx="5899884" cy="2088232"/>
          </a:xfrm>
          <a:prstGeom prst="rect">
            <a:avLst/>
          </a:prstGeom>
        </p:spPr>
      </p:pic>
    </p:spTree>
    <p:extLst>
      <p:ext uri="{BB962C8B-B14F-4D97-AF65-F5344CB8AC3E}">
        <p14:creationId xmlns:p14="http://schemas.microsoft.com/office/powerpoint/2010/main" val="95165959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480965" y="1844824"/>
            <a:ext cx="8229600" cy="48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algn="l">
              <a:buNone/>
            </a:pPr>
            <a:r>
              <a:rPr lang="es-ES" sz="1800" dirty="0">
                <a:latin typeface="NimbusSanL-Regu"/>
                <a:cs typeface="Courier New" panose="02070309020205020404" pitchFamily="49" charset="0"/>
              </a:rPr>
              <a:t>Una vez que hemos obtenido un objeto de la BD, de la forma que sea, lo tenemos en estado disponible para modificar. Para modificar datos de un objeto, simplemente usamos los métodos </a:t>
            </a:r>
            <a:r>
              <a:rPr lang="es-ES" sz="1800" b="1" dirty="0">
                <a:latin typeface="NimbusSanL-Regu"/>
                <a:cs typeface="Courier New" panose="02070309020205020404" pitchFamily="49" charset="0"/>
              </a:rPr>
              <a:t>setter </a:t>
            </a:r>
            <a:r>
              <a:rPr lang="es-ES" sz="1800" dirty="0">
                <a:latin typeface="NimbusSanL-Regu"/>
                <a:cs typeface="Courier New" panose="02070309020205020404" pitchFamily="49" charset="0"/>
              </a:rPr>
              <a:t>dentro de una transacción activa.</a:t>
            </a:r>
          </a:p>
          <a:p>
            <a:pPr marL="1587" indent="0" algn="l">
              <a:buNone/>
            </a:pPr>
            <a:r>
              <a:rPr lang="es-ES" sz="1800" dirty="0">
                <a:latin typeface="NimbusSanL-Regu"/>
                <a:cs typeface="Courier New" panose="02070309020205020404" pitchFamily="49" charset="0"/>
              </a:rPr>
              <a:t>Por ejemplo para modificar el salario del empleado con Id=1, siendo </a:t>
            </a:r>
            <a:r>
              <a:rPr lang="es-ES" sz="1800" b="1" dirty="0">
                <a:latin typeface="NimbusSanL-Regu"/>
                <a:cs typeface="Courier New" panose="02070309020205020404" pitchFamily="49" charset="0"/>
              </a:rPr>
              <a:t>em </a:t>
            </a:r>
            <a:r>
              <a:rPr lang="es-ES" sz="1800" dirty="0">
                <a:latin typeface="NimbusSanL-Regu"/>
                <a:cs typeface="Courier New" panose="02070309020205020404" pitchFamily="49" charset="0"/>
              </a:rPr>
              <a:t>un objeto </a:t>
            </a:r>
            <a:r>
              <a:rPr lang="es-ES" sz="1800" i="1" dirty="0" err="1">
                <a:latin typeface="NimbusSanL-Regu"/>
                <a:cs typeface="Courier New" panose="02070309020205020404" pitchFamily="49" charset="0"/>
              </a:rPr>
              <a:t>EntityManager</a:t>
            </a:r>
            <a:r>
              <a:rPr lang="es-ES" sz="1800" dirty="0">
                <a:latin typeface="NimbusSanL-Regu"/>
                <a:cs typeface="Courier New" panose="02070309020205020404" pitchFamily="49" charset="0"/>
              </a:rPr>
              <a:t>:</a:t>
            </a: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11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a:p>
            <a:pPr>
              <a:lnSpc>
                <a:spcPct val="100000"/>
              </a:lnSpc>
              <a:defRPr/>
            </a:pPr>
            <a:endParaRPr lang="es-ES" sz="2400" b="1" kern="0" dirty="0">
              <a:solidFill>
                <a:srgbClr val="FF0000"/>
              </a:solidFill>
            </a:endParaRPr>
          </a:p>
          <a:p>
            <a:pPr>
              <a:lnSpc>
                <a:spcPct val="100000"/>
              </a:lnSpc>
              <a:defRPr/>
            </a:pPr>
            <a:r>
              <a:rPr lang="es-ES" sz="2400" b="1" kern="0" dirty="0">
                <a:solidFill>
                  <a:srgbClr val="FF0000"/>
                </a:solidFill>
              </a:rPr>
              <a:t>Modificar un objeto </a:t>
            </a:r>
            <a:r>
              <a:rPr lang="es-ES" sz="2400" b="1" kern="0" dirty="0" err="1">
                <a:solidFill>
                  <a:srgbClr val="FF0000"/>
                </a:solidFill>
              </a:rPr>
              <a:t>Entity</a:t>
            </a:r>
            <a:r>
              <a:rPr lang="es-ES" sz="2400" b="1" kern="0" dirty="0">
                <a:solidFill>
                  <a:srgbClr val="FF0000"/>
                </a:solidFill>
              </a:rPr>
              <a:t> JPA</a:t>
            </a:r>
          </a:p>
        </p:txBody>
      </p:sp>
      <p:pic>
        <p:nvPicPr>
          <p:cNvPr id="3" name="Imagen 2">
            <a:extLst>
              <a:ext uri="{FF2B5EF4-FFF2-40B4-BE49-F238E27FC236}">
                <a16:creationId xmlns:a16="http://schemas.microsoft.com/office/drawing/2014/main" id="{025B4BF7-8C06-C8E9-CB0B-00C1B9D7C611}"/>
              </a:ext>
            </a:extLst>
          </p:cNvPr>
          <p:cNvPicPr>
            <a:picLocks noChangeAspect="1"/>
          </p:cNvPicPr>
          <p:nvPr/>
        </p:nvPicPr>
        <p:blipFill>
          <a:blip r:embed="rId3"/>
          <a:stretch>
            <a:fillRect/>
          </a:stretch>
        </p:blipFill>
        <p:spPr>
          <a:xfrm>
            <a:off x="1331640" y="3717032"/>
            <a:ext cx="6100346" cy="1661255"/>
          </a:xfrm>
          <a:prstGeom prst="rect">
            <a:avLst/>
          </a:prstGeom>
        </p:spPr>
      </p:pic>
    </p:spTree>
    <p:extLst>
      <p:ext uri="{BB962C8B-B14F-4D97-AF65-F5344CB8AC3E}">
        <p14:creationId xmlns:p14="http://schemas.microsoft.com/office/powerpoint/2010/main" val="271418316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0883D276-C442-4D38-ABCA-5A556981B33D}"/>
              </a:ext>
            </a:extLst>
          </p:cNvPr>
          <p:cNvSpPr txBox="1">
            <a:spLocks noChangeArrowheads="1"/>
          </p:cNvSpPr>
          <p:nvPr/>
        </p:nvSpPr>
        <p:spPr bwMode="auto">
          <a:xfrm>
            <a:off x="480965" y="1844824"/>
            <a:ext cx="8229600" cy="48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lstStyle>
            <a:lvl1pPr marL="342900" indent="-341313">
              <a:lnSpc>
                <a:spcPct val="102000"/>
              </a:lnSpc>
              <a:spcAft>
                <a:spcPts val="14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3200">
                <a:solidFill>
                  <a:srgbClr val="000000"/>
                </a:solidFill>
                <a:latin typeface="Calibri" panose="020F0502020204030204" pitchFamily="34" charset="0"/>
                <a:ea typeface="Microsoft YaHei" panose="020B0503020204020204" pitchFamily="34" charset="-122"/>
              </a:defRPr>
            </a:lvl1pPr>
            <a:lvl2pPr>
              <a:lnSpc>
                <a:spcPct val="102000"/>
              </a:lnSpc>
              <a:spcAft>
                <a:spcPts val="11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rgbClr val="000000"/>
                </a:solidFill>
                <a:latin typeface="Calibri" panose="020F0502020204030204" pitchFamily="34" charset="0"/>
                <a:ea typeface="Microsoft YaHei" panose="020B0503020204020204" pitchFamily="34" charset="-122"/>
              </a:defRPr>
            </a:lvl2pPr>
            <a:lvl3pPr>
              <a:lnSpc>
                <a:spcPct val="102000"/>
              </a:lnSpc>
              <a:spcAft>
                <a:spcPts val="8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3pPr>
            <a:lvl4pPr>
              <a:lnSpc>
                <a:spcPct val="102000"/>
              </a:lnSpc>
              <a:spcAft>
                <a:spcPts val="57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4pPr>
            <a:lvl5pPr>
              <a:lnSpc>
                <a:spcPct val="102000"/>
              </a:lnSpc>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5pPr>
            <a:lvl6pPr marL="25146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6pPr>
            <a:lvl7pPr marL="29718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7pPr>
            <a:lvl8pPr marL="34290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8pPr>
            <a:lvl9pPr marL="3886200" indent="-228600" defTabSz="449263" eaLnBrk="0" fontAlgn="base" hangingPunct="0">
              <a:lnSpc>
                <a:spcPct val="102000"/>
              </a:lnSpc>
              <a:spcBef>
                <a:spcPct val="0"/>
              </a:spcBef>
              <a:spcAft>
                <a:spcPts val="28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000000"/>
                </a:solidFill>
                <a:latin typeface="Calibri" panose="020F0502020204030204" pitchFamily="34" charset="0"/>
                <a:ea typeface="Microsoft YaHei" panose="020B0503020204020204" pitchFamily="34" charset="-122"/>
              </a:defRPr>
            </a:lvl9pPr>
          </a:lstStyle>
          <a:p>
            <a:pPr marL="1587" indent="0" algn="l">
              <a:buNone/>
            </a:pPr>
            <a:r>
              <a:rPr lang="es-ES" sz="1800" dirty="0">
                <a:latin typeface="NimbusSanL-Regu"/>
                <a:cs typeface="Courier New" panose="02070309020205020404" pitchFamily="49" charset="0"/>
              </a:rPr>
              <a:t>Una vez que hemos obtenido un objeto de la BD, de la forma que sea, lo podemos eliminar usando el método </a:t>
            </a:r>
            <a:r>
              <a:rPr lang="es-ES" sz="1800" b="1" dirty="0" err="1">
                <a:latin typeface="NimbusSanL-Regu"/>
                <a:cs typeface="Courier New" panose="02070309020205020404" pitchFamily="49" charset="0"/>
              </a:rPr>
              <a:t>remove</a:t>
            </a:r>
            <a:r>
              <a:rPr lang="es-ES" sz="1800" dirty="0">
                <a:latin typeface="NimbusSanL-Regu"/>
                <a:cs typeface="Courier New" panose="02070309020205020404" pitchFamily="49" charset="0"/>
              </a:rPr>
              <a:t>. </a:t>
            </a:r>
          </a:p>
          <a:p>
            <a:pPr marL="1587" indent="0" algn="l">
              <a:buNone/>
            </a:pPr>
            <a:r>
              <a:rPr lang="es-ES" sz="1800" dirty="0">
                <a:latin typeface="NimbusSanL-Regu"/>
                <a:cs typeface="Courier New" panose="02070309020205020404" pitchFamily="49" charset="0"/>
              </a:rPr>
              <a:t>Por ejemplo, para eliminar el empleado con Id=1 , siendo </a:t>
            </a:r>
            <a:r>
              <a:rPr lang="es-ES" sz="1800" b="1" dirty="0">
                <a:latin typeface="NimbusSanL-Regu"/>
                <a:cs typeface="Courier New" panose="02070309020205020404" pitchFamily="49" charset="0"/>
              </a:rPr>
              <a:t>em </a:t>
            </a:r>
            <a:r>
              <a:rPr lang="es-ES" sz="1800" dirty="0">
                <a:latin typeface="NimbusSanL-Regu"/>
                <a:cs typeface="Courier New" panose="02070309020205020404" pitchFamily="49" charset="0"/>
              </a:rPr>
              <a:t>un objeto </a:t>
            </a:r>
            <a:r>
              <a:rPr lang="es-ES" sz="1800" i="1" dirty="0" err="1">
                <a:latin typeface="NimbusSanL-Regu"/>
                <a:cs typeface="Courier New" panose="02070309020205020404" pitchFamily="49" charset="0"/>
              </a:rPr>
              <a:t>EntityManager</a:t>
            </a:r>
            <a:r>
              <a:rPr lang="es-ES" sz="1800" dirty="0">
                <a:latin typeface="NimbusSanL-Regu"/>
                <a:cs typeface="Courier New" panose="02070309020205020404" pitchFamily="49" charset="0"/>
              </a:rPr>
              <a:t>: </a:t>
            </a: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a:p>
            <a:pPr marL="1587" indent="0" algn="l">
              <a:buNone/>
            </a:pPr>
            <a:endParaRPr lang="es-ES" sz="1800" dirty="0">
              <a:latin typeface="NimbusSanL-Regu"/>
              <a:cs typeface="Courier New" panose="02070309020205020404" pitchFamily="49" charset="0"/>
            </a:endParaRPr>
          </a:p>
        </p:txBody>
      </p:sp>
      <p:sp>
        <p:nvSpPr>
          <p:cNvPr id="4" name="Título 5">
            <a:extLst>
              <a:ext uri="{FF2B5EF4-FFF2-40B4-BE49-F238E27FC236}">
                <a16:creationId xmlns:a16="http://schemas.microsoft.com/office/drawing/2014/main" id="{9041D36B-4DD9-4565-B758-9BDFBCD024DC}"/>
              </a:ext>
            </a:extLst>
          </p:cNvPr>
          <p:cNvSpPr txBox="1">
            <a:spLocks/>
          </p:cNvSpPr>
          <p:nvPr/>
        </p:nvSpPr>
        <p:spPr bwMode="auto">
          <a:xfrm>
            <a:off x="458788" y="458788"/>
            <a:ext cx="8228012" cy="119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5000" rIns="90000" bIns="45000">
            <a:spAutoFit/>
          </a:bodyPr>
          <a:lstStyle>
            <a:lvl1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2pPr>
            <a:lvl3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3pPr>
            <a:lvl4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4pPr>
            <a:lvl5pPr algn="l" defTabSz="449263" rtl="0" eaLnBrk="0" fontAlgn="base" hangingPunct="0">
              <a:lnSpc>
                <a:spcPct val="102000"/>
              </a:lnSpc>
              <a:spcBef>
                <a:spcPct val="0"/>
              </a:spcBef>
              <a:spcAft>
                <a:spcPct val="0"/>
              </a:spcAft>
              <a:buClr>
                <a:srgbClr val="000000"/>
              </a:buClr>
              <a:buSzPct val="100000"/>
              <a:buFont typeface="Times New Roman" panose="02020603050405020304" pitchFamily="18" charset="0"/>
              <a:defRPr sz="4400">
                <a:solidFill>
                  <a:srgbClr val="000000"/>
                </a:solidFill>
                <a:latin typeface="Calibri" charset="0"/>
                <a:ea typeface="Microsoft YaHei" charset="-122"/>
              </a:defRPr>
            </a:lvl5pPr>
            <a:lvl6pPr marL="25146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6pPr>
            <a:lvl7pPr marL="29718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7pPr>
            <a:lvl8pPr marL="34290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8pPr>
            <a:lvl9pPr marL="3886200" indent="-228600" algn="l" defTabSz="449263" rtl="0" fontAlgn="base">
              <a:lnSpc>
                <a:spcPct val="102000"/>
              </a:lnSpc>
              <a:spcBef>
                <a:spcPct val="0"/>
              </a:spcBef>
              <a:spcAft>
                <a:spcPct val="0"/>
              </a:spcAft>
              <a:buClr>
                <a:srgbClr val="000000"/>
              </a:buClr>
              <a:buSzPct val="100000"/>
              <a:buFont typeface="Times New Roman" pitchFamily="16" charset="0"/>
              <a:defRPr>
                <a:solidFill>
                  <a:srgbClr val="000000"/>
                </a:solidFill>
                <a:latin typeface="Calibri" charset="0"/>
                <a:ea typeface="Microsoft YaHei" charset="-122"/>
              </a:defRPr>
            </a:lvl9pPr>
          </a:lstStyle>
          <a:p>
            <a:pPr>
              <a:lnSpc>
                <a:spcPct val="100000"/>
              </a:lnSpc>
              <a:defRPr/>
            </a:pPr>
            <a:r>
              <a:rPr lang="es-ES" sz="2400" b="1" kern="0" dirty="0">
                <a:solidFill>
                  <a:srgbClr val="FF0000"/>
                </a:solidFill>
              </a:rPr>
              <a:t>3.- Proyecto Java con acceso a base de datos </a:t>
            </a:r>
            <a:r>
              <a:rPr lang="es-ES" sz="2400" b="1" kern="0" dirty="0" err="1">
                <a:solidFill>
                  <a:srgbClr val="FF0000"/>
                </a:solidFill>
              </a:rPr>
              <a:t>ObjectDB</a:t>
            </a:r>
            <a:endParaRPr lang="es-ES" sz="2400" b="1" kern="0" dirty="0">
              <a:solidFill>
                <a:srgbClr val="FF0000"/>
              </a:solidFill>
            </a:endParaRPr>
          </a:p>
          <a:p>
            <a:pPr>
              <a:lnSpc>
                <a:spcPct val="100000"/>
              </a:lnSpc>
              <a:defRPr/>
            </a:pPr>
            <a:endParaRPr lang="es-ES" sz="2400" b="1" kern="0" dirty="0">
              <a:solidFill>
                <a:srgbClr val="FF0000"/>
              </a:solidFill>
            </a:endParaRPr>
          </a:p>
          <a:p>
            <a:pPr>
              <a:lnSpc>
                <a:spcPct val="100000"/>
              </a:lnSpc>
              <a:defRPr/>
            </a:pPr>
            <a:r>
              <a:rPr lang="es-ES" sz="2400" b="1" kern="0" dirty="0">
                <a:solidFill>
                  <a:srgbClr val="FF0000"/>
                </a:solidFill>
              </a:rPr>
              <a:t>Eliminar un objeto </a:t>
            </a:r>
            <a:r>
              <a:rPr lang="es-ES" sz="2400" b="1" kern="0" dirty="0" err="1">
                <a:solidFill>
                  <a:srgbClr val="FF0000"/>
                </a:solidFill>
              </a:rPr>
              <a:t>Entity</a:t>
            </a:r>
            <a:r>
              <a:rPr lang="es-ES" sz="2400" b="1" kern="0" dirty="0">
                <a:solidFill>
                  <a:srgbClr val="FF0000"/>
                </a:solidFill>
              </a:rPr>
              <a:t> JPA</a:t>
            </a:r>
          </a:p>
        </p:txBody>
      </p:sp>
      <p:pic>
        <p:nvPicPr>
          <p:cNvPr id="7" name="Imagen 6">
            <a:extLst>
              <a:ext uri="{FF2B5EF4-FFF2-40B4-BE49-F238E27FC236}">
                <a16:creationId xmlns:a16="http://schemas.microsoft.com/office/drawing/2014/main" id="{14E22E17-ACA1-1282-FD07-FF482B16201D}"/>
              </a:ext>
            </a:extLst>
          </p:cNvPr>
          <p:cNvPicPr>
            <a:picLocks noChangeAspect="1"/>
          </p:cNvPicPr>
          <p:nvPr/>
        </p:nvPicPr>
        <p:blipFill>
          <a:blip r:embed="rId3"/>
          <a:stretch>
            <a:fillRect/>
          </a:stretch>
        </p:blipFill>
        <p:spPr>
          <a:xfrm>
            <a:off x="1259631" y="3676066"/>
            <a:ext cx="6074301" cy="1625142"/>
          </a:xfrm>
          <a:prstGeom prst="rect">
            <a:avLst/>
          </a:prstGeom>
        </p:spPr>
      </p:pic>
    </p:spTree>
    <p:extLst>
      <p:ext uri="{BB962C8B-B14F-4D97-AF65-F5344CB8AC3E}">
        <p14:creationId xmlns:p14="http://schemas.microsoft.com/office/powerpoint/2010/main" val="270367512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Calibri"/>
        <a:ea typeface="Microsoft YaHei"/>
        <a:cs typeface=""/>
      </a:majorFont>
      <a:minorFont>
        <a:latin typeface="Calibr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ln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ema de Office">
  <a:themeElements>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ema de Office">
      <a:majorFont>
        <a:latin typeface="Calibri"/>
        <a:ea typeface="Microsoft YaHei"/>
        <a:cs typeface=""/>
      </a:majorFont>
      <a:minorFont>
        <a:latin typeface="Calibri"/>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ea typeface="Microsoft YaHei" charset="-122"/>
          </a:defRPr>
        </a:defPPr>
      </a:lstStyle>
    </a:lnDef>
  </a:objectDefaults>
  <a:extraClrSchemeLst>
    <a:extraClrScheme>
      <a:clrScheme name="Tema de 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ma de 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ma de 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ma de 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ma de 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ma de 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ma de 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10270</TotalTime>
  <Words>1742</Words>
  <Application>Microsoft Office PowerPoint</Application>
  <PresentationFormat>Presentación en pantalla (4:3)</PresentationFormat>
  <Paragraphs>201</Paragraphs>
  <Slides>19</Slides>
  <Notes>19</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19</vt:i4>
      </vt:variant>
    </vt:vector>
  </HeadingPairs>
  <TitlesOfParts>
    <vt:vector size="27" baseType="lpstr">
      <vt:lpstr>Arial</vt:lpstr>
      <vt:lpstr>Calibri</vt:lpstr>
      <vt:lpstr>Courier New</vt:lpstr>
      <vt:lpstr>NimbusSanL-Regu</vt:lpstr>
      <vt:lpstr>Times New Roman</vt:lpstr>
      <vt:lpstr>Wingdings</vt:lpstr>
      <vt:lpstr>Tema de Office</vt:lpstr>
      <vt:lpstr>1_Tema de Office</vt:lpstr>
      <vt:lpstr>ACCESO A BASES DE DATOS ORIENTADAS A OBJETOS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MANEJO DE CONECTORES</dc:title>
  <dc:creator>LuisHerrero</dc:creator>
  <cp:lastModifiedBy>Luis Jesús Herrero de Cos</cp:lastModifiedBy>
  <cp:revision>138</cp:revision>
  <cp:lastPrinted>1601-01-01T00:00:00Z</cp:lastPrinted>
  <dcterms:created xsi:type="dcterms:W3CDTF">1601-01-01T00:00:00Z</dcterms:created>
  <dcterms:modified xsi:type="dcterms:W3CDTF">2023-01-16T10:08:26Z</dcterms:modified>
</cp:coreProperties>
</file>