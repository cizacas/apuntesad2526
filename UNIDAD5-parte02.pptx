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Lst>
  <p:notesMasterIdLst>
    <p:notesMasterId r:id="rId18"/>
  </p:notesMasterIdLst>
  <p:sldIdLst>
    <p:sldId id="256" r:id="rId3"/>
    <p:sldId id="333" r:id="rId4"/>
    <p:sldId id="358" r:id="rId5"/>
    <p:sldId id="359" r:id="rId6"/>
    <p:sldId id="360" r:id="rId7"/>
    <p:sldId id="361" r:id="rId8"/>
    <p:sldId id="362" r:id="rId9"/>
    <p:sldId id="363" r:id="rId10"/>
    <p:sldId id="364" r:id="rId11"/>
    <p:sldId id="365" r:id="rId12"/>
    <p:sldId id="366" r:id="rId13"/>
    <p:sldId id="367" r:id="rId14"/>
    <p:sldId id="368" r:id="rId15"/>
    <p:sldId id="369" r:id="rId16"/>
    <p:sldId id="370" r:id="rId17"/>
  </p:sldIdLst>
  <p:sldSz cx="9144000" cy="6858000" type="screen4x3"/>
  <p:notesSz cx="7559675" cy="10691813"/>
  <p:defaultTextStyle>
    <a:defPPr>
      <a:defRPr lang="en-GB"/>
    </a:defPPr>
    <a:lvl1pPr algn="l" defTabSz="449263" rtl="0" eaLnBrk="0" fontAlgn="base" hangingPunct="0">
      <a:spcBef>
        <a:spcPct val="0"/>
      </a:spcBef>
      <a:spcAft>
        <a:spcPct val="0"/>
      </a:spcAft>
      <a:defRPr kern="1200">
        <a:solidFill>
          <a:schemeClr val="tx1"/>
        </a:solidFill>
        <a:latin typeface="Arial" panose="020B0604020202020204" pitchFamily="34" charset="0"/>
        <a:ea typeface="Microsoft YaHei" panose="020B0503020204020204" pitchFamily="34" charset="-122"/>
        <a:cs typeface="+mn-cs"/>
      </a:defRPr>
    </a:lvl1pPr>
    <a:lvl2pPr marL="742950" indent="-285750" algn="l" defTabSz="449263" rtl="0" eaLnBrk="0" fontAlgn="base" hangingPunct="0">
      <a:spcBef>
        <a:spcPct val="0"/>
      </a:spcBef>
      <a:spcAft>
        <a:spcPct val="0"/>
      </a:spcAft>
      <a:defRPr kern="1200">
        <a:solidFill>
          <a:schemeClr val="tx1"/>
        </a:solidFill>
        <a:latin typeface="Arial" panose="020B0604020202020204" pitchFamily="34" charset="0"/>
        <a:ea typeface="Microsoft YaHei" panose="020B0503020204020204" pitchFamily="34" charset="-122"/>
        <a:cs typeface="+mn-cs"/>
      </a:defRPr>
    </a:lvl2pPr>
    <a:lvl3pPr marL="1143000" indent="-228600" algn="l" defTabSz="449263" rtl="0" eaLnBrk="0" fontAlgn="base" hangingPunct="0">
      <a:spcBef>
        <a:spcPct val="0"/>
      </a:spcBef>
      <a:spcAft>
        <a:spcPct val="0"/>
      </a:spcAft>
      <a:defRPr kern="1200">
        <a:solidFill>
          <a:schemeClr val="tx1"/>
        </a:solidFill>
        <a:latin typeface="Arial" panose="020B0604020202020204" pitchFamily="34" charset="0"/>
        <a:ea typeface="Microsoft YaHei" panose="020B0503020204020204" pitchFamily="34" charset="-122"/>
        <a:cs typeface="+mn-cs"/>
      </a:defRPr>
    </a:lvl3pPr>
    <a:lvl4pPr marL="1600200" indent="-228600" algn="l" defTabSz="449263" rtl="0" eaLnBrk="0" fontAlgn="base" hangingPunct="0">
      <a:spcBef>
        <a:spcPct val="0"/>
      </a:spcBef>
      <a:spcAft>
        <a:spcPct val="0"/>
      </a:spcAft>
      <a:defRPr kern="1200">
        <a:solidFill>
          <a:schemeClr val="tx1"/>
        </a:solidFill>
        <a:latin typeface="Arial" panose="020B0604020202020204" pitchFamily="34" charset="0"/>
        <a:ea typeface="Microsoft YaHei" panose="020B0503020204020204" pitchFamily="34" charset="-122"/>
        <a:cs typeface="+mn-cs"/>
      </a:defRPr>
    </a:lvl4pPr>
    <a:lvl5pPr marL="2057400" indent="-228600" algn="l" defTabSz="449263" rtl="0" eaLnBrk="0" fontAlgn="base" hangingPunct="0">
      <a:spcBef>
        <a:spcPct val="0"/>
      </a:spcBef>
      <a:spcAft>
        <a:spcPct val="0"/>
      </a:spcAft>
      <a:defRPr kern="1200">
        <a:solidFill>
          <a:schemeClr val="tx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Microsoft YaHei" panose="020B0503020204020204" pitchFamily="34"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B0C1D7-1709-4601-B0BC-DAC3D063385F}" v="74" dt="2022-11-28T11:36:32.667"/>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49" autoAdjust="0"/>
    <p:restoredTop sz="94660"/>
  </p:normalViewPr>
  <p:slideViewPr>
    <p:cSldViewPr>
      <p:cViewPr varScale="1">
        <p:scale>
          <a:sx n="72" d="100"/>
          <a:sy n="72" d="100"/>
        </p:scale>
        <p:origin x="1146" y="66"/>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is Jesús Herrero de Cos" userId="1a803f82-0012-431b-a368-6f3c9304e3f9" providerId="ADAL" clId="{9396CC28-ADE9-428A-8C66-06BC314BFFB1}"/>
    <pc:docChg chg="modSld">
      <pc:chgData name="Luis Jesús Herrero de Cos" userId="1a803f82-0012-431b-a368-6f3c9304e3f9" providerId="ADAL" clId="{9396CC28-ADE9-428A-8C66-06BC314BFFB1}" dt="2020-12-02T14:55:18.302" v="23" actId="20577"/>
      <pc:docMkLst>
        <pc:docMk/>
      </pc:docMkLst>
      <pc:sldChg chg="modSp mod">
        <pc:chgData name="Luis Jesús Herrero de Cos" userId="1a803f82-0012-431b-a368-6f3c9304e3f9" providerId="ADAL" clId="{9396CC28-ADE9-428A-8C66-06BC314BFFB1}" dt="2020-11-29T21:05:05.567" v="1" actId="20577"/>
        <pc:sldMkLst>
          <pc:docMk/>
          <pc:sldMk cId="0" sldId="256"/>
        </pc:sldMkLst>
        <pc:spChg chg="mod">
          <ac:chgData name="Luis Jesús Herrero de Cos" userId="1a803f82-0012-431b-a368-6f3c9304e3f9" providerId="ADAL" clId="{9396CC28-ADE9-428A-8C66-06BC314BFFB1}" dt="2020-11-29T21:05:05.567" v="1" actId="20577"/>
          <ac:spMkLst>
            <pc:docMk/>
            <pc:sldMk cId="0" sldId="256"/>
            <ac:spMk id="4099" creationId="{91D22E8D-03B7-4243-8A87-6B40E6C2D451}"/>
          </ac:spMkLst>
        </pc:spChg>
      </pc:sldChg>
      <pc:sldChg chg="modSp mod">
        <pc:chgData name="Luis Jesús Herrero de Cos" userId="1a803f82-0012-431b-a368-6f3c9304e3f9" providerId="ADAL" clId="{9396CC28-ADE9-428A-8C66-06BC314BFFB1}" dt="2020-12-02T14:55:18.302" v="23" actId="20577"/>
        <pc:sldMkLst>
          <pc:docMk/>
          <pc:sldMk cId="0" sldId="297"/>
        </pc:sldMkLst>
        <pc:spChg chg="mod">
          <ac:chgData name="Luis Jesús Herrero de Cos" userId="1a803f82-0012-431b-a368-6f3c9304e3f9" providerId="ADAL" clId="{9396CC28-ADE9-428A-8C66-06BC314BFFB1}" dt="2020-12-02T14:55:18.302" v="23" actId="20577"/>
          <ac:spMkLst>
            <pc:docMk/>
            <pc:sldMk cId="0" sldId="297"/>
            <ac:spMk id="19458" creationId="{8793C4A2-45B2-42C7-9430-4A34D4FA0060}"/>
          </ac:spMkLst>
        </pc:spChg>
      </pc:sldChg>
    </pc:docChg>
  </pc:docChgLst>
  <pc:docChgLst>
    <pc:chgData name="Luis Jesús Herrero de Cos" userId="1a803f82-0012-431b-a368-6f3c9304e3f9" providerId="ADAL" clId="{B26838E1-6FD4-4A89-AC45-EDC8A40B012B}"/>
    <pc:docChg chg="modSld">
      <pc:chgData name="Luis Jesús Herrero de Cos" userId="1a803f82-0012-431b-a368-6f3c9304e3f9" providerId="ADAL" clId="{B26838E1-6FD4-4A89-AC45-EDC8A40B012B}" dt="2021-02-18T14:50:36.301" v="52" actId="20577"/>
      <pc:docMkLst>
        <pc:docMk/>
      </pc:docMkLst>
      <pc:sldChg chg="modSp mod">
        <pc:chgData name="Luis Jesús Herrero de Cos" userId="1a803f82-0012-431b-a368-6f3c9304e3f9" providerId="ADAL" clId="{B26838E1-6FD4-4A89-AC45-EDC8A40B012B}" dt="2021-02-18T14:50:36.301" v="52" actId="20577"/>
        <pc:sldMkLst>
          <pc:docMk/>
          <pc:sldMk cId="0" sldId="336"/>
        </pc:sldMkLst>
        <pc:spChg chg="mod">
          <ac:chgData name="Luis Jesús Herrero de Cos" userId="1a803f82-0012-431b-a368-6f3c9304e3f9" providerId="ADAL" clId="{B26838E1-6FD4-4A89-AC45-EDC8A40B012B}" dt="2021-02-18T14:50:36.301" v="52" actId="20577"/>
          <ac:spMkLst>
            <pc:docMk/>
            <pc:sldMk cId="0" sldId="336"/>
            <ac:spMk id="19458" creationId="{8793C4A2-45B2-42C7-9430-4A34D4FA0060}"/>
          </ac:spMkLst>
        </pc:spChg>
      </pc:sldChg>
    </pc:docChg>
  </pc:docChgLst>
  <pc:docChgLst>
    <pc:chgData name="Luis Jesús Herrero de Cos" userId="1a803f82-0012-431b-a368-6f3c9304e3f9" providerId="ADAL" clId="{ABB0C1D7-1709-4601-B0BC-DAC3D063385F}"/>
    <pc:docChg chg="undo custSel addSld delSld modSld sldOrd">
      <pc:chgData name="Luis Jesús Herrero de Cos" userId="1a803f82-0012-431b-a368-6f3c9304e3f9" providerId="ADAL" clId="{ABB0C1D7-1709-4601-B0BC-DAC3D063385F}" dt="2022-11-28T11:47:31.287" v="8819" actId="47"/>
      <pc:docMkLst>
        <pc:docMk/>
      </pc:docMkLst>
      <pc:sldChg chg="modSp mod">
        <pc:chgData name="Luis Jesús Herrero de Cos" userId="1a803f82-0012-431b-a368-6f3c9304e3f9" providerId="ADAL" clId="{ABB0C1D7-1709-4601-B0BC-DAC3D063385F}" dt="2022-11-28T10:31:22.384" v="6602" actId="20577"/>
        <pc:sldMkLst>
          <pc:docMk/>
          <pc:sldMk cId="0" sldId="256"/>
        </pc:sldMkLst>
        <pc:spChg chg="mod">
          <ac:chgData name="Luis Jesús Herrero de Cos" userId="1a803f82-0012-431b-a368-6f3c9304e3f9" providerId="ADAL" clId="{ABB0C1D7-1709-4601-B0BC-DAC3D063385F}" dt="2022-11-16T14:47:05.067" v="23" actId="20577"/>
          <ac:spMkLst>
            <pc:docMk/>
            <pc:sldMk cId="0" sldId="256"/>
            <ac:spMk id="4098" creationId="{BAF6F69C-ED76-4769-9764-4245D213C71E}"/>
          </ac:spMkLst>
        </pc:spChg>
        <pc:spChg chg="mod">
          <ac:chgData name="Luis Jesús Herrero de Cos" userId="1a803f82-0012-431b-a368-6f3c9304e3f9" providerId="ADAL" clId="{ABB0C1D7-1709-4601-B0BC-DAC3D063385F}" dt="2022-11-28T10:31:22.384" v="6602" actId="20577"/>
          <ac:spMkLst>
            <pc:docMk/>
            <pc:sldMk cId="0" sldId="256"/>
            <ac:spMk id="4099" creationId="{91D22E8D-03B7-4243-8A87-6B40E6C2D451}"/>
          </ac:spMkLst>
        </pc:spChg>
      </pc:sldChg>
      <pc:sldChg chg="del">
        <pc:chgData name="Luis Jesús Herrero de Cos" userId="1a803f82-0012-431b-a368-6f3c9304e3f9" providerId="ADAL" clId="{ABB0C1D7-1709-4601-B0BC-DAC3D063385F}" dt="2022-11-21T10:08:35.786" v="6600" actId="47"/>
        <pc:sldMkLst>
          <pc:docMk/>
          <pc:sldMk cId="0" sldId="286"/>
        </pc:sldMkLst>
      </pc:sldChg>
      <pc:sldChg chg="del">
        <pc:chgData name="Luis Jesús Herrero de Cos" userId="1a803f82-0012-431b-a368-6f3c9304e3f9" providerId="ADAL" clId="{ABB0C1D7-1709-4601-B0BC-DAC3D063385F}" dt="2022-11-21T10:08:35.786" v="6600" actId="47"/>
        <pc:sldMkLst>
          <pc:docMk/>
          <pc:sldMk cId="0" sldId="287"/>
        </pc:sldMkLst>
      </pc:sldChg>
      <pc:sldChg chg="del">
        <pc:chgData name="Luis Jesús Herrero de Cos" userId="1a803f82-0012-431b-a368-6f3c9304e3f9" providerId="ADAL" clId="{ABB0C1D7-1709-4601-B0BC-DAC3D063385F}" dt="2022-11-21T10:08:35.786" v="6600" actId="47"/>
        <pc:sldMkLst>
          <pc:docMk/>
          <pc:sldMk cId="0" sldId="295"/>
        </pc:sldMkLst>
      </pc:sldChg>
      <pc:sldChg chg="del">
        <pc:chgData name="Luis Jesús Herrero de Cos" userId="1a803f82-0012-431b-a368-6f3c9304e3f9" providerId="ADAL" clId="{ABB0C1D7-1709-4601-B0BC-DAC3D063385F}" dt="2022-11-21T10:08:35.786" v="6600" actId="47"/>
        <pc:sldMkLst>
          <pc:docMk/>
          <pc:sldMk cId="0" sldId="296"/>
        </pc:sldMkLst>
      </pc:sldChg>
      <pc:sldChg chg="del">
        <pc:chgData name="Luis Jesús Herrero de Cos" userId="1a803f82-0012-431b-a368-6f3c9304e3f9" providerId="ADAL" clId="{ABB0C1D7-1709-4601-B0BC-DAC3D063385F}" dt="2022-11-21T10:08:35.786" v="6600" actId="47"/>
        <pc:sldMkLst>
          <pc:docMk/>
          <pc:sldMk cId="0" sldId="297"/>
        </pc:sldMkLst>
      </pc:sldChg>
      <pc:sldChg chg="modSp mod">
        <pc:chgData name="Luis Jesús Herrero de Cos" userId="1a803f82-0012-431b-a368-6f3c9304e3f9" providerId="ADAL" clId="{ABB0C1D7-1709-4601-B0BC-DAC3D063385F}" dt="2022-11-28T10:40:49.995" v="6899" actId="14100"/>
        <pc:sldMkLst>
          <pc:docMk/>
          <pc:sldMk cId="0" sldId="333"/>
        </pc:sldMkLst>
        <pc:spChg chg="mod">
          <ac:chgData name="Luis Jesús Herrero de Cos" userId="1a803f82-0012-431b-a368-6f3c9304e3f9" providerId="ADAL" clId="{ABB0C1D7-1709-4601-B0BC-DAC3D063385F}" dt="2022-11-28T10:33:41.335" v="6629" actId="20577"/>
          <ac:spMkLst>
            <pc:docMk/>
            <pc:sldMk cId="0" sldId="333"/>
            <ac:spMk id="4" creationId="{9041D36B-4DD9-4565-B758-9BDFBCD024DC}"/>
          </ac:spMkLst>
        </pc:spChg>
        <pc:spChg chg="mod">
          <ac:chgData name="Luis Jesús Herrero de Cos" userId="1a803f82-0012-431b-a368-6f3c9304e3f9" providerId="ADAL" clId="{ABB0C1D7-1709-4601-B0BC-DAC3D063385F}" dt="2022-11-28T10:40:49.995" v="6899" actId="14100"/>
          <ac:spMkLst>
            <pc:docMk/>
            <pc:sldMk cId="0" sldId="333"/>
            <ac:spMk id="6146" creationId="{A12A857D-45FE-426B-ABF3-6DCD73028A4B}"/>
          </ac:spMkLst>
        </pc:spChg>
      </pc:sldChg>
      <pc:sldChg chg="modSp del mod">
        <pc:chgData name="Luis Jesús Herrero de Cos" userId="1a803f82-0012-431b-a368-6f3c9304e3f9" providerId="ADAL" clId="{ABB0C1D7-1709-4601-B0BC-DAC3D063385F}" dt="2022-11-28T11:47:31.287" v="8819" actId="47"/>
        <pc:sldMkLst>
          <pc:docMk/>
          <pc:sldMk cId="0" sldId="334"/>
        </pc:sldMkLst>
        <pc:spChg chg="mod">
          <ac:chgData name="Luis Jesús Herrero de Cos" userId="1a803f82-0012-431b-a368-6f3c9304e3f9" providerId="ADAL" clId="{ABB0C1D7-1709-4601-B0BC-DAC3D063385F}" dt="2022-11-16T14:52:54.668" v="189" actId="20577"/>
          <ac:spMkLst>
            <pc:docMk/>
            <pc:sldMk cId="0" sldId="334"/>
            <ac:spMk id="4" creationId="{9041D36B-4DD9-4565-B758-9BDFBCD024DC}"/>
          </ac:spMkLst>
        </pc:spChg>
        <pc:spChg chg="mod">
          <ac:chgData name="Luis Jesús Herrero de Cos" userId="1a803f82-0012-431b-a368-6f3c9304e3f9" providerId="ADAL" clId="{ABB0C1D7-1709-4601-B0BC-DAC3D063385F}" dt="2022-11-16T14:56:09.695" v="247" actId="20577"/>
          <ac:spMkLst>
            <pc:docMk/>
            <pc:sldMk cId="0" sldId="334"/>
            <ac:spMk id="8194" creationId="{0883D276-C442-4D38-ABCA-5A556981B33D}"/>
          </ac:spMkLst>
        </pc:spChg>
      </pc:sldChg>
      <pc:sldChg chg="del">
        <pc:chgData name="Luis Jesús Herrero de Cos" userId="1a803f82-0012-431b-a368-6f3c9304e3f9" providerId="ADAL" clId="{ABB0C1D7-1709-4601-B0BC-DAC3D063385F}" dt="2022-11-21T10:08:35.786" v="6600" actId="47"/>
        <pc:sldMkLst>
          <pc:docMk/>
          <pc:sldMk cId="0" sldId="335"/>
        </pc:sldMkLst>
      </pc:sldChg>
      <pc:sldChg chg="del">
        <pc:chgData name="Luis Jesús Herrero de Cos" userId="1a803f82-0012-431b-a368-6f3c9304e3f9" providerId="ADAL" clId="{ABB0C1D7-1709-4601-B0BC-DAC3D063385F}" dt="2022-11-21T10:08:35.786" v="6600" actId="47"/>
        <pc:sldMkLst>
          <pc:docMk/>
          <pc:sldMk cId="0" sldId="336"/>
        </pc:sldMkLst>
      </pc:sldChg>
      <pc:sldChg chg="del">
        <pc:chgData name="Luis Jesús Herrero de Cos" userId="1a803f82-0012-431b-a368-6f3c9304e3f9" providerId="ADAL" clId="{ABB0C1D7-1709-4601-B0BC-DAC3D063385F}" dt="2022-11-21T10:08:35.786" v="6600" actId="47"/>
        <pc:sldMkLst>
          <pc:docMk/>
          <pc:sldMk cId="0" sldId="337"/>
        </pc:sldMkLst>
      </pc:sldChg>
      <pc:sldChg chg="del">
        <pc:chgData name="Luis Jesús Herrero de Cos" userId="1a803f82-0012-431b-a368-6f3c9304e3f9" providerId="ADAL" clId="{ABB0C1D7-1709-4601-B0BC-DAC3D063385F}" dt="2022-11-21T10:08:35.786" v="6600" actId="47"/>
        <pc:sldMkLst>
          <pc:docMk/>
          <pc:sldMk cId="0" sldId="339"/>
        </pc:sldMkLst>
      </pc:sldChg>
      <pc:sldChg chg="del">
        <pc:chgData name="Luis Jesús Herrero de Cos" userId="1a803f82-0012-431b-a368-6f3c9304e3f9" providerId="ADAL" clId="{ABB0C1D7-1709-4601-B0BC-DAC3D063385F}" dt="2022-11-21T10:08:35.786" v="6600" actId="47"/>
        <pc:sldMkLst>
          <pc:docMk/>
          <pc:sldMk cId="0" sldId="340"/>
        </pc:sldMkLst>
      </pc:sldChg>
      <pc:sldChg chg="del">
        <pc:chgData name="Luis Jesús Herrero de Cos" userId="1a803f82-0012-431b-a368-6f3c9304e3f9" providerId="ADAL" clId="{ABB0C1D7-1709-4601-B0BC-DAC3D063385F}" dt="2022-11-21T10:08:35.786" v="6600" actId="47"/>
        <pc:sldMkLst>
          <pc:docMk/>
          <pc:sldMk cId="0" sldId="341"/>
        </pc:sldMkLst>
      </pc:sldChg>
      <pc:sldChg chg="del">
        <pc:chgData name="Luis Jesús Herrero de Cos" userId="1a803f82-0012-431b-a368-6f3c9304e3f9" providerId="ADAL" clId="{ABB0C1D7-1709-4601-B0BC-DAC3D063385F}" dt="2022-11-28T11:47:31.287" v="8819" actId="47"/>
        <pc:sldMkLst>
          <pc:docMk/>
          <pc:sldMk cId="879704480" sldId="342"/>
        </pc:sldMkLst>
        <pc:spChg chg="mod">
          <ac:chgData name="Luis Jesús Herrero de Cos" userId="1a803f82-0012-431b-a368-6f3c9304e3f9" providerId="ADAL" clId="{ABB0C1D7-1709-4601-B0BC-DAC3D063385F}" dt="2022-11-16T15:21:19.487" v="594" actId="20577"/>
          <ac:spMkLst>
            <pc:docMk/>
            <pc:sldMk cId="879704480" sldId="342"/>
            <ac:spMk id="4" creationId="{9041D36B-4DD9-4565-B758-9BDFBCD024DC}"/>
          </ac:spMkLst>
        </pc:spChg>
        <pc:spChg chg="mod">
          <ac:chgData name="Luis Jesús Herrero de Cos" userId="1a803f82-0012-431b-a368-6f3c9304e3f9" providerId="ADAL" clId="{ABB0C1D7-1709-4601-B0BC-DAC3D063385F}" dt="2022-11-16T14:59:23.997" v="262" actId="20577"/>
          <ac:spMkLst>
            <pc:docMk/>
            <pc:sldMk cId="879704480" sldId="342"/>
            <ac:spMk id="8194" creationId="{0883D276-C442-4D38-ABCA-5A556981B33D}"/>
          </ac:spMkLst>
        </pc:spChg>
      </pc:sldChg>
      <pc:sldChg chg="add del">
        <pc:chgData name="Luis Jesús Herrero de Cos" userId="1a803f82-0012-431b-a368-6f3c9304e3f9" providerId="ADAL" clId="{ABB0C1D7-1709-4601-B0BC-DAC3D063385F}" dt="2022-11-16T14:57:23.453" v="250"/>
        <pc:sldMkLst>
          <pc:docMk/>
          <pc:sldMk cId="1139489468" sldId="343"/>
        </pc:sldMkLst>
      </pc:sldChg>
      <pc:sldChg chg="modSp add del mod">
        <pc:chgData name="Luis Jesús Herrero de Cos" userId="1a803f82-0012-431b-a368-6f3c9304e3f9" providerId="ADAL" clId="{ABB0C1D7-1709-4601-B0BC-DAC3D063385F}" dt="2022-11-28T11:47:31.287" v="8819" actId="47"/>
        <pc:sldMkLst>
          <pc:docMk/>
          <pc:sldMk cId="2964840464" sldId="343"/>
        </pc:sldMkLst>
        <pc:spChg chg="mod">
          <ac:chgData name="Luis Jesús Herrero de Cos" userId="1a803f82-0012-431b-a368-6f3c9304e3f9" providerId="ADAL" clId="{ABB0C1D7-1709-4601-B0BC-DAC3D063385F}" dt="2022-11-16T15:21:09.605" v="582" actId="20577"/>
          <ac:spMkLst>
            <pc:docMk/>
            <pc:sldMk cId="2964840464" sldId="343"/>
            <ac:spMk id="4" creationId="{9041D36B-4DD9-4565-B758-9BDFBCD024DC}"/>
          </ac:spMkLst>
        </pc:spChg>
        <pc:spChg chg="mod">
          <ac:chgData name="Luis Jesús Herrero de Cos" userId="1a803f82-0012-431b-a368-6f3c9304e3f9" providerId="ADAL" clId="{ABB0C1D7-1709-4601-B0BC-DAC3D063385F}" dt="2022-11-16T15:01:43.511" v="272" actId="20577"/>
          <ac:spMkLst>
            <pc:docMk/>
            <pc:sldMk cId="2964840464" sldId="343"/>
            <ac:spMk id="8194" creationId="{0883D276-C442-4D38-ABCA-5A556981B33D}"/>
          </ac:spMkLst>
        </pc:spChg>
      </pc:sldChg>
      <pc:sldChg chg="modSp add del mod">
        <pc:chgData name="Luis Jesús Herrero de Cos" userId="1a803f82-0012-431b-a368-6f3c9304e3f9" providerId="ADAL" clId="{ABB0C1D7-1709-4601-B0BC-DAC3D063385F}" dt="2022-11-28T11:47:31.287" v="8819" actId="47"/>
        <pc:sldMkLst>
          <pc:docMk/>
          <pc:sldMk cId="2414047979" sldId="344"/>
        </pc:sldMkLst>
        <pc:spChg chg="mod">
          <ac:chgData name="Luis Jesús Herrero de Cos" userId="1a803f82-0012-431b-a368-6f3c9304e3f9" providerId="ADAL" clId="{ABB0C1D7-1709-4601-B0BC-DAC3D063385F}" dt="2022-11-16T15:21:00.402" v="572" actId="20577"/>
          <ac:spMkLst>
            <pc:docMk/>
            <pc:sldMk cId="2414047979" sldId="344"/>
            <ac:spMk id="4" creationId="{9041D36B-4DD9-4565-B758-9BDFBCD024DC}"/>
          </ac:spMkLst>
        </pc:spChg>
        <pc:spChg chg="mod">
          <ac:chgData name="Luis Jesús Herrero de Cos" userId="1a803f82-0012-431b-a368-6f3c9304e3f9" providerId="ADAL" clId="{ABB0C1D7-1709-4601-B0BC-DAC3D063385F}" dt="2022-11-16T15:19:25.535" v="562" actId="113"/>
          <ac:spMkLst>
            <pc:docMk/>
            <pc:sldMk cId="2414047979" sldId="344"/>
            <ac:spMk id="8194" creationId="{0883D276-C442-4D38-ABCA-5A556981B33D}"/>
          </ac:spMkLst>
        </pc:spChg>
      </pc:sldChg>
      <pc:sldChg chg="modSp add del mod">
        <pc:chgData name="Luis Jesús Herrero de Cos" userId="1a803f82-0012-431b-a368-6f3c9304e3f9" providerId="ADAL" clId="{ABB0C1D7-1709-4601-B0BC-DAC3D063385F}" dt="2022-11-28T11:47:31.287" v="8819" actId="47"/>
        <pc:sldMkLst>
          <pc:docMk/>
          <pc:sldMk cId="3754867776" sldId="345"/>
        </pc:sldMkLst>
        <pc:spChg chg="mod">
          <ac:chgData name="Luis Jesús Herrero de Cos" userId="1a803f82-0012-431b-a368-6f3c9304e3f9" providerId="ADAL" clId="{ABB0C1D7-1709-4601-B0BC-DAC3D063385F}" dt="2022-11-16T16:08:42.072" v="1139" actId="6549"/>
          <ac:spMkLst>
            <pc:docMk/>
            <pc:sldMk cId="3754867776" sldId="345"/>
            <ac:spMk id="8194" creationId="{0883D276-C442-4D38-ABCA-5A556981B33D}"/>
          </ac:spMkLst>
        </pc:spChg>
      </pc:sldChg>
      <pc:sldChg chg="addSp delSp modSp add del mod">
        <pc:chgData name="Luis Jesús Herrero de Cos" userId="1a803f82-0012-431b-a368-6f3c9304e3f9" providerId="ADAL" clId="{ABB0C1D7-1709-4601-B0BC-DAC3D063385F}" dt="2022-11-28T11:47:31.287" v="8819" actId="47"/>
        <pc:sldMkLst>
          <pc:docMk/>
          <pc:sldMk cId="2546384994" sldId="346"/>
        </pc:sldMkLst>
        <pc:spChg chg="add del">
          <ac:chgData name="Luis Jesús Herrero de Cos" userId="1a803f82-0012-431b-a368-6f3c9304e3f9" providerId="ADAL" clId="{ABB0C1D7-1709-4601-B0BC-DAC3D063385F}" dt="2022-11-16T16:13:35.491" v="1485"/>
          <ac:spMkLst>
            <pc:docMk/>
            <pc:sldMk cId="2546384994" sldId="346"/>
            <ac:spMk id="2" creationId="{561268DE-8A9D-6A7E-1AC2-F7F2D8FB190C}"/>
          </ac:spMkLst>
        </pc:spChg>
        <pc:spChg chg="add del">
          <ac:chgData name="Luis Jesús Herrero de Cos" userId="1a803f82-0012-431b-a368-6f3c9304e3f9" providerId="ADAL" clId="{ABB0C1D7-1709-4601-B0BC-DAC3D063385F}" dt="2022-11-16T16:17:26.123" v="1515"/>
          <ac:spMkLst>
            <pc:docMk/>
            <pc:sldMk cId="2546384994" sldId="346"/>
            <ac:spMk id="3" creationId="{8C056134-5722-1AD4-F2F7-EE4BDC473D17}"/>
          </ac:spMkLst>
        </pc:spChg>
        <pc:spChg chg="mod">
          <ac:chgData name="Luis Jesús Herrero de Cos" userId="1a803f82-0012-431b-a368-6f3c9304e3f9" providerId="ADAL" clId="{ABB0C1D7-1709-4601-B0BC-DAC3D063385F}" dt="2022-11-16T16:16:34.921" v="1513" actId="20577"/>
          <ac:spMkLst>
            <pc:docMk/>
            <pc:sldMk cId="2546384994" sldId="346"/>
            <ac:spMk id="4" creationId="{9041D36B-4DD9-4565-B758-9BDFBCD024DC}"/>
          </ac:spMkLst>
        </pc:spChg>
        <pc:spChg chg="mod">
          <ac:chgData name="Luis Jesús Herrero de Cos" userId="1a803f82-0012-431b-a368-6f3c9304e3f9" providerId="ADAL" clId="{ABB0C1D7-1709-4601-B0BC-DAC3D063385F}" dt="2022-11-16T16:18:09.456" v="1520" actId="948"/>
          <ac:spMkLst>
            <pc:docMk/>
            <pc:sldMk cId="2546384994" sldId="346"/>
            <ac:spMk id="8194" creationId="{0883D276-C442-4D38-ABCA-5A556981B33D}"/>
          </ac:spMkLst>
        </pc:spChg>
      </pc:sldChg>
      <pc:sldChg chg="addSp delSp modSp add del mod">
        <pc:chgData name="Luis Jesús Herrero de Cos" userId="1a803f82-0012-431b-a368-6f3c9304e3f9" providerId="ADAL" clId="{ABB0C1D7-1709-4601-B0BC-DAC3D063385F}" dt="2022-11-28T11:47:31.287" v="8819" actId="47"/>
        <pc:sldMkLst>
          <pc:docMk/>
          <pc:sldMk cId="124414505" sldId="347"/>
        </pc:sldMkLst>
        <pc:spChg chg="mod">
          <ac:chgData name="Luis Jesús Herrero de Cos" userId="1a803f82-0012-431b-a368-6f3c9304e3f9" providerId="ADAL" clId="{ABB0C1D7-1709-4601-B0BC-DAC3D063385F}" dt="2022-11-16T16:22:02.988" v="1547" actId="20577"/>
          <ac:spMkLst>
            <pc:docMk/>
            <pc:sldMk cId="124414505" sldId="347"/>
            <ac:spMk id="4" creationId="{9041D36B-4DD9-4565-B758-9BDFBCD024DC}"/>
          </ac:spMkLst>
        </pc:spChg>
        <pc:spChg chg="mod">
          <ac:chgData name="Luis Jesús Herrero de Cos" userId="1a803f82-0012-431b-a368-6f3c9304e3f9" providerId="ADAL" clId="{ABB0C1D7-1709-4601-B0BC-DAC3D063385F}" dt="2022-11-16T17:11:19.335" v="2484" actId="20577"/>
          <ac:spMkLst>
            <pc:docMk/>
            <pc:sldMk cId="124414505" sldId="347"/>
            <ac:spMk id="8194" creationId="{0883D276-C442-4D38-ABCA-5A556981B33D}"/>
          </ac:spMkLst>
        </pc:spChg>
        <pc:picChg chg="add del mod">
          <ac:chgData name="Luis Jesús Herrero de Cos" userId="1a803f82-0012-431b-a368-6f3c9304e3f9" providerId="ADAL" clId="{ABB0C1D7-1709-4601-B0BC-DAC3D063385F}" dt="2022-11-16T16:48:36.267" v="2087" actId="478"/>
          <ac:picMkLst>
            <pc:docMk/>
            <pc:sldMk cId="124414505" sldId="347"/>
            <ac:picMk id="3" creationId="{248EB0A7-DDE7-CFA5-DD95-19AA1464C319}"/>
          </ac:picMkLst>
        </pc:picChg>
        <pc:picChg chg="add del mod">
          <ac:chgData name="Luis Jesús Herrero de Cos" userId="1a803f82-0012-431b-a368-6f3c9304e3f9" providerId="ADAL" clId="{ABB0C1D7-1709-4601-B0BC-DAC3D063385F}" dt="2022-11-16T16:54:43.657" v="2202" actId="478"/>
          <ac:picMkLst>
            <pc:docMk/>
            <pc:sldMk cId="124414505" sldId="347"/>
            <ac:picMk id="6" creationId="{043B01C0-8B28-0BE5-E53B-E0D65C2813D5}"/>
          </ac:picMkLst>
        </pc:picChg>
        <pc:picChg chg="add mod">
          <ac:chgData name="Luis Jesús Herrero de Cos" userId="1a803f82-0012-431b-a368-6f3c9304e3f9" providerId="ADAL" clId="{ABB0C1D7-1709-4601-B0BC-DAC3D063385F}" dt="2022-11-16T17:10:45.697" v="2415" actId="1076"/>
          <ac:picMkLst>
            <pc:docMk/>
            <pc:sldMk cId="124414505" sldId="347"/>
            <ac:picMk id="8" creationId="{653CCA05-0676-7807-5152-E9092FB85061}"/>
          </ac:picMkLst>
        </pc:picChg>
      </pc:sldChg>
      <pc:sldChg chg="addSp delSp modSp add del mod">
        <pc:chgData name="Luis Jesús Herrero de Cos" userId="1a803f82-0012-431b-a368-6f3c9304e3f9" providerId="ADAL" clId="{ABB0C1D7-1709-4601-B0BC-DAC3D063385F}" dt="2022-11-28T11:47:31.287" v="8819" actId="47"/>
        <pc:sldMkLst>
          <pc:docMk/>
          <pc:sldMk cId="1660419917" sldId="348"/>
        </pc:sldMkLst>
        <pc:spChg chg="mod">
          <ac:chgData name="Luis Jesús Herrero de Cos" userId="1a803f82-0012-431b-a368-6f3c9304e3f9" providerId="ADAL" clId="{ABB0C1D7-1709-4601-B0BC-DAC3D063385F}" dt="2022-11-16T17:12:42.109" v="2567" actId="20577"/>
          <ac:spMkLst>
            <pc:docMk/>
            <pc:sldMk cId="1660419917" sldId="348"/>
            <ac:spMk id="8194" creationId="{0883D276-C442-4D38-ABCA-5A556981B33D}"/>
          </ac:spMkLst>
        </pc:spChg>
        <pc:picChg chg="del">
          <ac:chgData name="Luis Jesús Herrero de Cos" userId="1a803f82-0012-431b-a368-6f3c9304e3f9" providerId="ADAL" clId="{ABB0C1D7-1709-4601-B0BC-DAC3D063385F}" dt="2022-11-16T17:01:59.408" v="2304" actId="478"/>
          <ac:picMkLst>
            <pc:docMk/>
            <pc:sldMk cId="1660419917" sldId="348"/>
            <ac:picMk id="3" creationId="{248EB0A7-DDE7-CFA5-DD95-19AA1464C319}"/>
          </ac:picMkLst>
        </pc:picChg>
        <pc:picChg chg="add mod">
          <ac:chgData name="Luis Jesús Herrero de Cos" userId="1a803f82-0012-431b-a368-6f3c9304e3f9" providerId="ADAL" clId="{ABB0C1D7-1709-4601-B0BC-DAC3D063385F}" dt="2022-11-16T17:10:33.875" v="2413" actId="14100"/>
          <ac:picMkLst>
            <pc:docMk/>
            <pc:sldMk cId="1660419917" sldId="348"/>
            <ac:picMk id="5" creationId="{2B4ABB19-7903-C5B4-3F5A-AD521AE10034}"/>
          </ac:picMkLst>
        </pc:picChg>
      </pc:sldChg>
      <pc:sldChg chg="addSp delSp modSp add del mod">
        <pc:chgData name="Luis Jesús Herrero de Cos" userId="1a803f82-0012-431b-a368-6f3c9304e3f9" providerId="ADAL" clId="{ABB0C1D7-1709-4601-B0BC-DAC3D063385F}" dt="2022-11-28T11:47:31.287" v="8819" actId="47"/>
        <pc:sldMkLst>
          <pc:docMk/>
          <pc:sldMk cId="1679390135" sldId="349"/>
        </pc:sldMkLst>
        <pc:spChg chg="mod">
          <ac:chgData name="Luis Jesús Herrero de Cos" userId="1a803f82-0012-431b-a368-6f3c9304e3f9" providerId="ADAL" clId="{ABB0C1D7-1709-4601-B0BC-DAC3D063385F}" dt="2022-11-16T17:14:55.270" v="2582" actId="20577"/>
          <ac:spMkLst>
            <pc:docMk/>
            <pc:sldMk cId="1679390135" sldId="349"/>
            <ac:spMk id="4" creationId="{9041D36B-4DD9-4565-B758-9BDFBCD024DC}"/>
          </ac:spMkLst>
        </pc:spChg>
        <pc:spChg chg="mod">
          <ac:chgData name="Luis Jesús Herrero de Cos" userId="1a803f82-0012-431b-a368-6f3c9304e3f9" providerId="ADAL" clId="{ABB0C1D7-1709-4601-B0BC-DAC3D063385F}" dt="2022-11-17T15:24:40.626" v="3599" actId="20577"/>
          <ac:spMkLst>
            <pc:docMk/>
            <pc:sldMk cId="1679390135" sldId="349"/>
            <ac:spMk id="8194" creationId="{0883D276-C442-4D38-ABCA-5A556981B33D}"/>
          </ac:spMkLst>
        </pc:spChg>
        <pc:picChg chg="add mod">
          <ac:chgData name="Luis Jesús Herrero de Cos" userId="1a803f82-0012-431b-a368-6f3c9304e3f9" providerId="ADAL" clId="{ABB0C1D7-1709-4601-B0BC-DAC3D063385F}" dt="2022-11-17T13:31:46.150" v="3077" actId="1076"/>
          <ac:picMkLst>
            <pc:docMk/>
            <pc:sldMk cId="1679390135" sldId="349"/>
            <ac:picMk id="3" creationId="{B9F01A5C-CE71-5681-1EFA-839B27E6E979}"/>
          </ac:picMkLst>
        </pc:picChg>
        <pc:picChg chg="del">
          <ac:chgData name="Luis Jesús Herrero de Cos" userId="1a803f82-0012-431b-a368-6f3c9304e3f9" providerId="ADAL" clId="{ABB0C1D7-1709-4601-B0BC-DAC3D063385F}" dt="2022-11-16T17:20:15.348" v="2687" actId="478"/>
          <ac:picMkLst>
            <pc:docMk/>
            <pc:sldMk cId="1679390135" sldId="349"/>
            <ac:picMk id="5" creationId="{2B4ABB19-7903-C5B4-3F5A-AD521AE10034}"/>
          </ac:picMkLst>
        </pc:picChg>
      </pc:sldChg>
      <pc:sldChg chg="addSp delSp modSp add del mod">
        <pc:chgData name="Luis Jesús Herrero de Cos" userId="1a803f82-0012-431b-a368-6f3c9304e3f9" providerId="ADAL" clId="{ABB0C1D7-1709-4601-B0BC-DAC3D063385F}" dt="2022-11-28T11:47:31.287" v="8819" actId="47"/>
        <pc:sldMkLst>
          <pc:docMk/>
          <pc:sldMk cId="3437144936" sldId="350"/>
        </pc:sldMkLst>
        <pc:spChg chg="add del mod">
          <ac:chgData name="Luis Jesús Herrero de Cos" userId="1a803f82-0012-431b-a368-6f3c9304e3f9" providerId="ADAL" clId="{ABB0C1D7-1709-4601-B0BC-DAC3D063385F}" dt="2022-11-17T15:21:49.271" v="3472" actId="478"/>
          <ac:spMkLst>
            <pc:docMk/>
            <pc:sldMk cId="3437144936" sldId="350"/>
            <ac:spMk id="2" creationId="{82EAF187-6D58-8CFB-AE25-AC1D43A86851}"/>
          </ac:spMkLst>
        </pc:spChg>
        <pc:spChg chg="add del">
          <ac:chgData name="Luis Jesús Herrero de Cos" userId="1a803f82-0012-431b-a368-6f3c9304e3f9" providerId="ADAL" clId="{ABB0C1D7-1709-4601-B0BC-DAC3D063385F}" dt="2022-11-17T15:21:39.850" v="3471"/>
          <ac:spMkLst>
            <pc:docMk/>
            <pc:sldMk cId="3437144936" sldId="350"/>
            <ac:spMk id="5" creationId="{40F36FDF-BAD3-85A9-EB21-9F095FD741D5}"/>
          </ac:spMkLst>
        </pc:spChg>
        <pc:spChg chg="mod">
          <ac:chgData name="Luis Jesús Herrero de Cos" userId="1a803f82-0012-431b-a368-6f3c9304e3f9" providerId="ADAL" clId="{ABB0C1D7-1709-4601-B0BC-DAC3D063385F}" dt="2022-11-20T11:52:55.862" v="3834" actId="20577"/>
          <ac:spMkLst>
            <pc:docMk/>
            <pc:sldMk cId="3437144936" sldId="350"/>
            <ac:spMk id="8194" creationId="{0883D276-C442-4D38-ABCA-5A556981B33D}"/>
          </ac:spMkLst>
        </pc:spChg>
        <pc:picChg chg="del">
          <ac:chgData name="Luis Jesús Herrero de Cos" userId="1a803f82-0012-431b-a368-6f3c9304e3f9" providerId="ADAL" clId="{ABB0C1D7-1709-4601-B0BC-DAC3D063385F}" dt="2022-11-17T13:35:30.053" v="3269" actId="478"/>
          <ac:picMkLst>
            <pc:docMk/>
            <pc:sldMk cId="3437144936" sldId="350"/>
            <ac:picMk id="3" creationId="{B9F01A5C-CE71-5681-1EFA-839B27E6E979}"/>
          </ac:picMkLst>
        </pc:picChg>
      </pc:sldChg>
      <pc:sldChg chg="addSp delSp modSp add del mod">
        <pc:chgData name="Luis Jesús Herrero de Cos" userId="1a803f82-0012-431b-a368-6f3c9304e3f9" providerId="ADAL" clId="{ABB0C1D7-1709-4601-B0BC-DAC3D063385F}" dt="2022-11-28T11:47:31.287" v="8819" actId="47"/>
        <pc:sldMkLst>
          <pc:docMk/>
          <pc:sldMk cId="773538154" sldId="351"/>
        </pc:sldMkLst>
        <pc:spChg chg="add del">
          <ac:chgData name="Luis Jesús Herrero de Cos" userId="1a803f82-0012-431b-a368-6f3c9304e3f9" providerId="ADAL" clId="{ABB0C1D7-1709-4601-B0BC-DAC3D063385F}" dt="2022-11-20T12:26:26.051" v="4130"/>
          <ac:spMkLst>
            <pc:docMk/>
            <pc:sldMk cId="773538154" sldId="351"/>
            <ac:spMk id="2" creationId="{9BF5E708-03AC-1E96-AB7F-4F22E5029DFD}"/>
          </ac:spMkLst>
        </pc:spChg>
        <pc:spChg chg="add del">
          <ac:chgData name="Luis Jesús Herrero de Cos" userId="1a803f82-0012-431b-a368-6f3c9304e3f9" providerId="ADAL" clId="{ABB0C1D7-1709-4601-B0BC-DAC3D063385F}" dt="2022-11-20T12:28:49.988" v="4135"/>
          <ac:spMkLst>
            <pc:docMk/>
            <pc:sldMk cId="773538154" sldId="351"/>
            <ac:spMk id="3" creationId="{F946FB80-B22C-FDD1-1410-64CE7BFEF943}"/>
          </ac:spMkLst>
        </pc:spChg>
        <pc:spChg chg="mod">
          <ac:chgData name="Luis Jesús Herrero de Cos" userId="1a803f82-0012-431b-a368-6f3c9304e3f9" providerId="ADAL" clId="{ABB0C1D7-1709-4601-B0BC-DAC3D063385F}" dt="2022-11-20T12:30:55.801" v="4234" actId="114"/>
          <ac:spMkLst>
            <pc:docMk/>
            <pc:sldMk cId="773538154" sldId="351"/>
            <ac:spMk id="8194" creationId="{0883D276-C442-4D38-ABCA-5A556981B33D}"/>
          </ac:spMkLst>
        </pc:spChg>
      </pc:sldChg>
      <pc:sldChg chg="addSp delSp modSp add del mod">
        <pc:chgData name="Luis Jesús Herrero de Cos" userId="1a803f82-0012-431b-a368-6f3c9304e3f9" providerId="ADAL" clId="{ABB0C1D7-1709-4601-B0BC-DAC3D063385F}" dt="2022-11-28T11:47:31.287" v="8819" actId="47"/>
        <pc:sldMkLst>
          <pc:docMk/>
          <pc:sldMk cId="900675956" sldId="352"/>
        </pc:sldMkLst>
        <pc:spChg chg="add del">
          <ac:chgData name="Luis Jesús Herrero de Cos" userId="1a803f82-0012-431b-a368-6f3c9304e3f9" providerId="ADAL" clId="{ABB0C1D7-1709-4601-B0BC-DAC3D063385F}" dt="2022-11-20T12:37:43.842" v="4432"/>
          <ac:spMkLst>
            <pc:docMk/>
            <pc:sldMk cId="900675956" sldId="352"/>
            <ac:spMk id="2" creationId="{7D06B3BF-8659-4FA3-7B6C-5CA26CFC44F6}"/>
          </ac:spMkLst>
        </pc:spChg>
        <pc:spChg chg="mod">
          <ac:chgData name="Luis Jesús Herrero de Cos" userId="1a803f82-0012-431b-a368-6f3c9304e3f9" providerId="ADAL" clId="{ABB0C1D7-1709-4601-B0BC-DAC3D063385F}" dt="2022-11-20T20:21:17.384" v="4535" actId="20577"/>
          <ac:spMkLst>
            <pc:docMk/>
            <pc:sldMk cId="900675956" sldId="352"/>
            <ac:spMk id="4" creationId="{9041D36B-4DD9-4565-B758-9BDFBCD024DC}"/>
          </ac:spMkLst>
        </pc:spChg>
        <pc:spChg chg="mod">
          <ac:chgData name="Luis Jesús Herrero de Cos" userId="1a803f82-0012-431b-a368-6f3c9304e3f9" providerId="ADAL" clId="{ABB0C1D7-1709-4601-B0BC-DAC3D063385F}" dt="2022-11-20T20:20:22.988" v="4518" actId="6549"/>
          <ac:spMkLst>
            <pc:docMk/>
            <pc:sldMk cId="900675956" sldId="352"/>
            <ac:spMk id="8194" creationId="{0883D276-C442-4D38-ABCA-5A556981B33D}"/>
          </ac:spMkLst>
        </pc:spChg>
      </pc:sldChg>
      <pc:sldChg chg="addSp delSp modSp add del mod">
        <pc:chgData name="Luis Jesús Herrero de Cos" userId="1a803f82-0012-431b-a368-6f3c9304e3f9" providerId="ADAL" clId="{ABB0C1D7-1709-4601-B0BC-DAC3D063385F}" dt="2022-11-28T11:47:31.287" v="8819" actId="47"/>
        <pc:sldMkLst>
          <pc:docMk/>
          <pc:sldMk cId="1291670927" sldId="353"/>
        </pc:sldMkLst>
        <pc:spChg chg="mod">
          <ac:chgData name="Luis Jesús Herrero de Cos" userId="1a803f82-0012-431b-a368-6f3c9304e3f9" providerId="ADAL" clId="{ABB0C1D7-1709-4601-B0BC-DAC3D063385F}" dt="2022-11-20T20:22:31.241" v="4578" actId="20577"/>
          <ac:spMkLst>
            <pc:docMk/>
            <pc:sldMk cId="1291670927" sldId="353"/>
            <ac:spMk id="4" creationId="{9041D36B-4DD9-4565-B758-9BDFBCD024DC}"/>
          </ac:spMkLst>
        </pc:spChg>
        <pc:spChg chg="add del">
          <ac:chgData name="Luis Jesús Herrero de Cos" userId="1a803f82-0012-431b-a368-6f3c9304e3f9" providerId="ADAL" clId="{ABB0C1D7-1709-4601-B0BC-DAC3D063385F}" dt="2022-11-20T20:33:10.925" v="5092"/>
          <ac:spMkLst>
            <pc:docMk/>
            <pc:sldMk cId="1291670927" sldId="353"/>
            <ac:spMk id="5" creationId="{0B44589E-0A36-CB5C-6709-7A8BD2C0759E}"/>
          </ac:spMkLst>
        </pc:spChg>
        <pc:spChg chg="add del">
          <ac:chgData name="Luis Jesús Herrero de Cos" userId="1a803f82-0012-431b-a368-6f3c9304e3f9" providerId="ADAL" clId="{ABB0C1D7-1709-4601-B0BC-DAC3D063385F}" dt="2022-11-20T20:47:14.941" v="5298" actId="22"/>
          <ac:spMkLst>
            <pc:docMk/>
            <pc:sldMk cId="1291670927" sldId="353"/>
            <ac:spMk id="7" creationId="{443CC120-4ADA-4CE6-ADD7-FF4FB750824D}"/>
          </ac:spMkLst>
        </pc:spChg>
        <pc:spChg chg="mod">
          <ac:chgData name="Luis Jesús Herrero de Cos" userId="1a803f82-0012-431b-a368-6f3c9304e3f9" providerId="ADAL" clId="{ABB0C1D7-1709-4601-B0BC-DAC3D063385F}" dt="2022-11-20T20:41:11.734" v="5296" actId="114"/>
          <ac:spMkLst>
            <pc:docMk/>
            <pc:sldMk cId="1291670927" sldId="353"/>
            <ac:spMk id="8194" creationId="{0883D276-C442-4D38-ABCA-5A556981B33D}"/>
          </ac:spMkLst>
        </pc:spChg>
        <pc:picChg chg="add mod">
          <ac:chgData name="Luis Jesús Herrero de Cos" userId="1a803f82-0012-431b-a368-6f3c9304e3f9" providerId="ADAL" clId="{ABB0C1D7-1709-4601-B0BC-DAC3D063385F}" dt="2022-11-20T20:30:07.763" v="4896" actId="14100"/>
          <ac:picMkLst>
            <pc:docMk/>
            <pc:sldMk cId="1291670927" sldId="353"/>
            <ac:picMk id="3" creationId="{F7471464-87DC-3069-5C6C-3335E4E34D27}"/>
          </ac:picMkLst>
        </pc:picChg>
      </pc:sldChg>
      <pc:sldChg chg="addSp delSp modSp add del mod">
        <pc:chgData name="Luis Jesús Herrero de Cos" userId="1a803f82-0012-431b-a368-6f3c9304e3f9" providerId="ADAL" clId="{ABB0C1D7-1709-4601-B0BC-DAC3D063385F}" dt="2022-11-28T11:47:31.287" v="8819" actId="47"/>
        <pc:sldMkLst>
          <pc:docMk/>
          <pc:sldMk cId="3998283707" sldId="354"/>
        </pc:sldMkLst>
        <pc:spChg chg="mod">
          <ac:chgData name="Luis Jesús Herrero de Cos" userId="1a803f82-0012-431b-a368-6f3c9304e3f9" providerId="ADAL" clId="{ABB0C1D7-1709-4601-B0BC-DAC3D063385F}" dt="2022-11-20T21:02:30.478" v="5776" actId="20577"/>
          <ac:spMkLst>
            <pc:docMk/>
            <pc:sldMk cId="3998283707" sldId="354"/>
            <ac:spMk id="4" creationId="{9041D36B-4DD9-4565-B758-9BDFBCD024DC}"/>
          </ac:spMkLst>
        </pc:spChg>
        <pc:spChg chg="mod">
          <ac:chgData name="Luis Jesús Herrero de Cos" userId="1a803f82-0012-431b-a368-6f3c9304e3f9" providerId="ADAL" clId="{ABB0C1D7-1709-4601-B0BC-DAC3D063385F}" dt="2022-11-20T21:10:19.029" v="6081" actId="20577"/>
          <ac:spMkLst>
            <pc:docMk/>
            <pc:sldMk cId="3998283707" sldId="354"/>
            <ac:spMk id="8194" creationId="{0883D276-C442-4D38-ABCA-5A556981B33D}"/>
          </ac:spMkLst>
        </pc:spChg>
        <pc:picChg chg="del">
          <ac:chgData name="Luis Jesús Herrero de Cos" userId="1a803f82-0012-431b-a368-6f3c9304e3f9" providerId="ADAL" clId="{ABB0C1D7-1709-4601-B0BC-DAC3D063385F}" dt="2022-11-20T20:49:49.212" v="5452" actId="478"/>
          <ac:picMkLst>
            <pc:docMk/>
            <pc:sldMk cId="3998283707" sldId="354"/>
            <ac:picMk id="3" creationId="{F7471464-87DC-3069-5C6C-3335E4E34D27}"/>
          </ac:picMkLst>
        </pc:picChg>
        <pc:picChg chg="add mod">
          <ac:chgData name="Luis Jesús Herrero de Cos" userId="1a803f82-0012-431b-a368-6f3c9304e3f9" providerId="ADAL" clId="{ABB0C1D7-1709-4601-B0BC-DAC3D063385F}" dt="2022-11-20T20:53:06.136" v="5455" actId="14100"/>
          <ac:picMkLst>
            <pc:docMk/>
            <pc:sldMk cId="3998283707" sldId="354"/>
            <ac:picMk id="5" creationId="{8AF38DF0-FE1D-7ED7-A3F9-677B87EAB5B4}"/>
          </ac:picMkLst>
        </pc:picChg>
      </pc:sldChg>
      <pc:sldChg chg="addSp delSp modSp add del mod">
        <pc:chgData name="Luis Jesús Herrero de Cos" userId="1a803f82-0012-431b-a368-6f3c9304e3f9" providerId="ADAL" clId="{ABB0C1D7-1709-4601-B0BC-DAC3D063385F}" dt="2022-11-28T11:47:31.287" v="8819" actId="47"/>
        <pc:sldMkLst>
          <pc:docMk/>
          <pc:sldMk cId="951659597" sldId="355"/>
        </pc:sldMkLst>
        <pc:spChg chg="add del">
          <ac:chgData name="Luis Jesús Herrero de Cos" userId="1a803f82-0012-431b-a368-6f3c9304e3f9" providerId="ADAL" clId="{ABB0C1D7-1709-4601-B0BC-DAC3D063385F}" dt="2022-11-20T21:09:44.292" v="6077"/>
          <ac:spMkLst>
            <pc:docMk/>
            <pc:sldMk cId="951659597" sldId="355"/>
            <ac:spMk id="2" creationId="{E35C023C-D71E-A327-71D4-303FC5D5E4AE}"/>
          </ac:spMkLst>
        </pc:spChg>
        <pc:spChg chg="mod">
          <ac:chgData name="Luis Jesús Herrero de Cos" userId="1a803f82-0012-431b-a368-6f3c9304e3f9" providerId="ADAL" clId="{ABB0C1D7-1709-4601-B0BC-DAC3D063385F}" dt="2022-11-20T21:03:16.157" v="5789" actId="20577"/>
          <ac:spMkLst>
            <pc:docMk/>
            <pc:sldMk cId="951659597" sldId="355"/>
            <ac:spMk id="4" creationId="{9041D36B-4DD9-4565-B758-9BDFBCD024DC}"/>
          </ac:spMkLst>
        </pc:spChg>
        <pc:spChg chg="mod">
          <ac:chgData name="Luis Jesús Herrero de Cos" userId="1a803f82-0012-431b-a368-6f3c9304e3f9" providerId="ADAL" clId="{ABB0C1D7-1709-4601-B0BC-DAC3D063385F}" dt="2022-11-20T21:10:28.649" v="6082" actId="6549"/>
          <ac:spMkLst>
            <pc:docMk/>
            <pc:sldMk cId="951659597" sldId="355"/>
            <ac:spMk id="8194" creationId="{0883D276-C442-4D38-ABCA-5A556981B33D}"/>
          </ac:spMkLst>
        </pc:spChg>
        <pc:picChg chg="del">
          <ac:chgData name="Luis Jesús Herrero de Cos" userId="1a803f82-0012-431b-a368-6f3c9304e3f9" providerId="ADAL" clId="{ABB0C1D7-1709-4601-B0BC-DAC3D063385F}" dt="2022-11-20T21:06:14.606" v="6075" actId="478"/>
          <ac:picMkLst>
            <pc:docMk/>
            <pc:sldMk cId="951659597" sldId="355"/>
            <ac:picMk id="5" creationId="{8AF38DF0-FE1D-7ED7-A3F9-677B87EAB5B4}"/>
          </ac:picMkLst>
        </pc:picChg>
        <pc:picChg chg="add mod">
          <ac:chgData name="Luis Jesús Herrero de Cos" userId="1a803f82-0012-431b-a368-6f3c9304e3f9" providerId="ADAL" clId="{ABB0C1D7-1709-4601-B0BC-DAC3D063385F}" dt="2022-11-20T21:10:44.431" v="6084" actId="14100"/>
          <ac:picMkLst>
            <pc:docMk/>
            <pc:sldMk cId="951659597" sldId="355"/>
            <ac:picMk id="6" creationId="{4B59FB76-721B-73F4-DEDE-6CA40FE02FA4}"/>
          </ac:picMkLst>
        </pc:picChg>
      </pc:sldChg>
      <pc:sldChg chg="addSp delSp modSp add del mod">
        <pc:chgData name="Luis Jesús Herrero de Cos" userId="1a803f82-0012-431b-a368-6f3c9304e3f9" providerId="ADAL" clId="{ABB0C1D7-1709-4601-B0BC-DAC3D063385F}" dt="2022-11-28T11:47:31.287" v="8819" actId="47"/>
        <pc:sldMkLst>
          <pc:docMk/>
          <pc:sldMk cId="2703675128" sldId="356"/>
        </pc:sldMkLst>
        <pc:spChg chg="mod">
          <ac:chgData name="Luis Jesús Herrero de Cos" userId="1a803f82-0012-431b-a368-6f3c9304e3f9" providerId="ADAL" clId="{ABB0C1D7-1709-4601-B0BC-DAC3D063385F}" dt="2022-11-21T10:05:07.142" v="6523" actId="20577"/>
          <ac:spMkLst>
            <pc:docMk/>
            <pc:sldMk cId="2703675128" sldId="356"/>
            <ac:spMk id="4" creationId="{9041D36B-4DD9-4565-B758-9BDFBCD024DC}"/>
          </ac:spMkLst>
        </pc:spChg>
        <pc:spChg chg="mod">
          <ac:chgData name="Luis Jesús Herrero de Cos" userId="1a803f82-0012-431b-a368-6f3c9304e3f9" providerId="ADAL" clId="{ABB0C1D7-1709-4601-B0BC-DAC3D063385F}" dt="2022-11-21T10:08:17.918" v="6599" actId="20577"/>
          <ac:spMkLst>
            <pc:docMk/>
            <pc:sldMk cId="2703675128" sldId="356"/>
            <ac:spMk id="8194" creationId="{0883D276-C442-4D38-ABCA-5A556981B33D}"/>
          </ac:spMkLst>
        </pc:spChg>
        <pc:picChg chg="add del mod">
          <ac:chgData name="Luis Jesús Herrero de Cos" userId="1a803f82-0012-431b-a368-6f3c9304e3f9" providerId="ADAL" clId="{ABB0C1D7-1709-4601-B0BC-DAC3D063385F}" dt="2022-11-21T10:08:03.204" v="6596" actId="478"/>
          <ac:picMkLst>
            <pc:docMk/>
            <pc:sldMk cId="2703675128" sldId="356"/>
            <ac:picMk id="3" creationId="{025B4BF7-8C06-C8E9-CB0B-00C1B9D7C611}"/>
          </ac:picMkLst>
        </pc:picChg>
        <pc:picChg chg="del">
          <ac:chgData name="Luis Jesús Herrero de Cos" userId="1a803f82-0012-431b-a368-6f3c9304e3f9" providerId="ADAL" clId="{ABB0C1D7-1709-4601-B0BC-DAC3D063385F}" dt="2022-11-21T09:57:18.529" v="6390" actId="478"/>
          <ac:picMkLst>
            <pc:docMk/>
            <pc:sldMk cId="2703675128" sldId="356"/>
            <ac:picMk id="6" creationId="{4B59FB76-721B-73F4-DEDE-6CA40FE02FA4}"/>
          </ac:picMkLst>
        </pc:picChg>
        <pc:picChg chg="add mod">
          <ac:chgData name="Luis Jesús Herrero de Cos" userId="1a803f82-0012-431b-a368-6f3c9304e3f9" providerId="ADAL" clId="{ABB0C1D7-1709-4601-B0BC-DAC3D063385F}" dt="2022-11-21T10:08:13.151" v="6598" actId="14100"/>
          <ac:picMkLst>
            <pc:docMk/>
            <pc:sldMk cId="2703675128" sldId="356"/>
            <ac:picMk id="7" creationId="{14E22E17-ACA1-1282-FD07-FF482B16201D}"/>
          </ac:picMkLst>
        </pc:picChg>
      </pc:sldChg>
      <pc:sldChg chg="modSp add del mod ord">
        <pc:chgData name="Luis Jesús Herrero de Cos" userId="1a803f82-0012-431b-a368-6f3c9304e3f9" providerId="ADAL" clId="{ABB0C1D7-1709-4601-B0BC-DAC3D063385F}" dt="2022-11-28T11:47:31.287" v="8819" actId="47"/>
        <pc:sldMkLst>
          <pc:docMk/>
          <pc:sldMk cId="2714183167" sldId="357"/>
        </pc:sldMkLst>
        <pc:spChg chg="mod">
          <ac:chgData name="Luis Jesús Herrero de Cos" userId="1a803f82-0012-431b-a368-6f3c9304e3f9" providerId="ADAL" clId="{ABB0C1D7-1709-4601-B0BC-DAC3D063385F}" dt="2022-11-21T10:04:50.025" v="6515" actId="20577"/>
          <ac:spMkLst>
            <pc:docMk/>
            <pc:sldMk cId="2714183167" sldId="357"/>
            <ac:spMk id="8194" creationId="{0883D276-C442-4D38-ABCA-5A556981B33D}"/>
          </ac:spMkLst>
        </pc:spChg>
        <pc:picChg chg="mod">
          <ac:chgData name="Luis Jesús Herrero de Cos" userId="1a803f82-0012-431b-a368-6f3c9304e3f9" providerId="ADAL" clId="{ABB0C1D7-1709-4601-B0BC-DAC3D063385F}" dt="2022-11-21T10:03:39.034" v="6509" actId="1076"/>
          <ac:picMkLst>
            <pc:docMk/>
            <pc:sldMk cId="2714183167" sldId="357"/>
            <ac:picMk id="3" creationId="{025B4BF7-8C06-C8E9-CB0B-00C1B9D7C611}"/>
          </ac:picMkLst>
        </pc:picChg>
      </pc:sldChg>
      <pc:sldChg chg="modSp add mod">
        <pc:chgData name="Luis Jesús Herrero de Cos" userId="1a803f82-0012-431b-a368-6f3c9304e3f9" providerId="ADAL" clId="{ABB0C1D7-1709-4601-B0BC-DAC3D063385F}" dt="2022-11-28T10:51:41.963" v="7154" actId="6549"/>
        <pc:sldMkLst>
          <pc:docMk/>
          <pc:sldMk cId="3203813833" sldId="358"/>
        </pc:sldMkLst>
        <pc:spChg chg="mod">
          <ac:chgData name="Luis Jesús Herrero de Cos" userId="1a803f82-0012-431b-a368-6f3c9304e3f9" providerId="ADAL" clId="{ABB0C1D7-1709-4601-B0BC-DAC3D063385F}" dt="2022-11-28T10:41:16.978" v="6920" actId="20577"/>
          <ac:spMkLst>
            <pc:docMk/>
            <pc:sldMk cId="3203813833" sldId="358"/>
            <ac:spMk id="4" creationId="{9041D36B-4DD9-4565-B758-9BDFBCD024DC}"/>
          </ac:spMkLst>
        </pc:spChg>
        <pc:spChg chg="mod">
          <ac:chgData name="Luis Jesús Herrero de Cos" userId="1a803f82-0012-431b-a368-6f3c9304e3f9" providerId="ADAL" clId="{ABB0C1D7-1709-4601-B0BC-DAC3D063385F}" dt="2022-11-28T10:51:41.963" v="7154" actId="6549"/>
          <ac:spMkLst>
            <pc:docMk/>
            <pc:sldMk cId="3203813833" sldId="358"/>
            <ac:spMk id="6146" creationId="{A12A857D-45FE-426B-ABF3-6DCD73028A4B}"/>
          </ac:spMkLst>
        </pc:spChg>
      </pc:sldChg>
      <pc:sldChg chg="addSp modSp add mod">
        <pc:chgData name="Luis Jesús Herrero de Cos" userId="1a803f82-0012-431b-a368-6f3c9304e3f9" providerId="ADAL" clId="{ABB0C1D7-1709-4601-B0BC-DAC3D063385F}" dt="2022-11-28T11:04:21.214" v="7733" actId="1076"/>
        <pc:sldMkLst>
          <pc:docMk/>
          <pc:sldMk cId="1494731762" sldId="359"/>
        </pc:sldMkLst>
        <pc:spChg chg="mod">
          <ac:chgData name="Luis Jesús Herrero de Cos" userId="1a803f82-0012-431b-a368-6f3c9304e3f9" providerId="ADAL" clId="{ABB0C1D7-1709-4601-B0BC-DAC3D063385F}" dt="2022-11-28T11:03:03.968" v="7728" actId="6549"/>
          <ac:spMkLst>
            <pc:docMk/>
            <pc:sldMk cId="1494731762" sldId="359"/>
            <ac:spMk id="6146" creationId="{A12A857D-45FE-426B-ABF3-6DCD73028A4B}"/>
          </ac:spMkLst>
        </pc:spChg>
        <pc:picChg chg="add mod">
          <ac:chgData name="Luis Jesús Herrero de Cos" userId="1a803f82-0012-431b-a368-6f3c9304e3f9" providerId="ADAL" clId="{ABB0C1D7-1709-4601-B0BC-DAC3D063385F}" dt="2022-11-28T11:03:13.497" v="7729" actId="14100"/>
          <ac:picMkLst>
            <pc:docMk/>
            <pc:sldMk cId="1494731762" sldId="359"/>
            <ac:picMk id="3" creationId="{35EE8262-15AA-5A4D-E3A0-AD5C75275B9F}"/>
          </ac:picMkLst>
        </pc:picChg>
        <pc:picChg chg="add mod">
          <ac:chgData name="Luis Jesús Herrero de Cos" userId="1a803f82-0012-431b-a368-6f3c9304e3f9" providerId="ADAL" clId="{ABB0C1D7-1709-4601-B0BC-DAC3D063385F}" dt="2022-11-28T11:04:21.214" v="7733" actId="1076"/>
          <ac:picMkLst>
            <pc:docMk/>
            <pc:sldMk cId="1494731762" sldId="359"/>
            <ac:picMk id="6" creationId="{B1F9FFE9-522A-1E08-253C-B08B03B55395}"/>
          </ac:picMkLst>
        </pc:picChg>
      </pc:sldChg>
      <pc:sldChg chg="addSp delSp modSp add mod">
        <pc:chgData name="Luis Jesús Herrero de Cos" userId="1a803f82-0012-431b-a368-6f3c9304e3f9" providerId="ADAL" clId="{ABB0C1D7-1709-4601-B0BC-DAC3D063385F}" dt="2022-11-28T11:23:39.908" v="8203" actId="20577"/>
        <pc:sldMkLst>
          <pc:docMk/>
          <pc:sldMk cId="208635678" sldId="360"/>
        </pc:sldMkLst>
        <pc:spChg chg="mod">
          <ac:chgData name="Luis Jesús Herrero de Cos" userId="1a803f82-0012-431b-a368-6f3c9304e3f9" providerId="ADAL" clId="{ABB0C1D7-1709-4601-B0BC-DAC3D063385F}" dt="2022-11-28T11:23:39.908" v="8203" actId="20577"/>
          <ac:spMkLst>
            <pc:docMk/>
            <pc:sldMk cId="208635678" sldId="360"/>
            <ac:spMk id="6146" creationId="{A12A857D-45FE-426B-ABF3-6DCD73028A4B}"/>
          </ac:spMkLst>
        </pc:spChg>
        <pc:picChg chg="del">
          <ac:chgData name="Luis Jesús Herrero de Cos" userId="1a803f82-0012-431b-a368-6f3c9304e3f9" providerId="ADAL" clId="{ABB0C1D7-1709-4601-B0BC-DAC3D063385F}" dt="2022-11-28T11:15:20.522" v="7908" actId="478"/>
          <ac:picMkLst>
            <pc:docMk/>
            <pc:sldMk cId="208635678" sldId="360"/>
            <ac:picMk id="3" creationId="{35EE8262-15AA-5A4D-E3A0-AD5C75275B9F}"/>
          </ac:picMkLst>
        </pc:picChg>
        <pc:picChg chg="add mod">
          <ac:chgData name="Luis Jesús Herrero de Cos" userId="1a803f82-0012-431b-a368-6f3c9304e3f9" providerId="ADAL" clId="{ABB0C1D7-1709-4601-B0BC-DAC3D063385F}" dt="2022-11-28T11:22:37.040" v="8071" actId="1076"/>
          <ac:picMkLst>
            <pc:docMk/>
            <pc:sldMk cId="208635678" sldId="360"/>
            <ac:picMk id="5" creationId="{E287A10E-597F-3B74-7C7A-6266015F5360}"/>
          </ac:picMkLst>
        </pc:picChg>
        <pc:picChg chg="del">
          <ac:chgData name="Luis Jesús Herrero de Cos" userId="1a803f82-0012-431b-a368-6f3c9304e3f9" providerId="ADAL" clId="{ABB0C1D7-1709-4601-B0BC-DAC3D063385F}" dt="2022-11-28T11:22:30.962" v="8070" actId="478"/>
          <ac:picMkLst>
            <pc:docMk/>
            <pc:sldMk cId="208635678" sldId="360"/>
            <ac:picMk id="6" creationId="{B1F9FFE9-522A-1E08-253C-B08B03B55395}"/>
          </ac:picMkLst>
        </pc:picChg>
      </pc:sldChg>
      <pc:sldChg chg="delSp modSp add mod">
        <pc:chgData name="Luis Jesús Herrero de Cos" userId="1a803f82-0012-431b-a368-6f3c9304e3f9" providerId="ADAL" clId="{ABB0C1D7-1709-4601-B0BC-DAC3D063385F}" dt="2022-11-28T11:36:06.585" v="8477" actId="20577"/>
        <pc:sldMkLst>
          <pc:docMk/>
          <pc:sldMk cId="2986731956" sldId="361"/>
        </pc:sldMkLst>
        <pc:spChg chg="mod">
          <ac:chgData name="Luis Jesús Herrero de Cos" userId="1a803f82-0012-431b-a368-6f3c9304e3f9" providerId="ADAL" clId="{ABB0C1D7-1709-4601-B0BC-DAC3D063385F}" dt="2022-11-28T11:30:22.770" v="8213" actId="20577"/>
          <ac:spMkLst>
            <pc:docMk/>
            <pc:sldMk cId="2986731956" sldId="361"/>
            <ac:spMk id="4" creationId="{9041D36B-4DD9-4565-B758-9BDFBCD024DC}"/>
          </ac:spMkLst>
        </pc:spChg>
        <pc:spChg chg="mod">
          <ac:chgData name="Luis Jesús Herrero de Cos" userId="1a803f82-0012-431b-a368-6f3c9304e3f9" providerId="ADAL" clId="{ABB0C1D7-1709-4601-B0BC-DAC3D063385F}" dt="2022-11-28T11:36:06.585" v="8477" actId="20577"/>
          <ac:spMkLst>
            <pc:docMk/>
            <pc:sldMk cId="2986731956" sldId="361"/>
            <ac:spMk id="6146" creationId="{A12A857D-45FE-426B-ABF3-6DCD73028A4B}"/>
          </ac:spMkLst>
        </pc:spChg>
        <pc:picChg chg="del">
          <ac:chgData name="Luis Jesús Herrero de Cos" userId="1a803f82-0012-431b-a368-6f3c9304e3f9" providerId="ADAL" clId="{ABB0C1D7-1709-4601-B0BC-DAC3D063385F}" dt="2022-11-28T11:31:39.246" v="8326" actId="478"/>
          <ac:picMkLst>
            <pc:docMk/>
            <pc:sldMk cId="2986731956" sldId="361"/>
            <ac:picMk id="5" creationId="{E287A10E-597F-3B74-7C7A-6266015F5360}"/>
          </ac:picMkLst>
        </pc:picChg>
      </pc:sldChg>
      <pc:sldChg chg="addSp modSp add mod">
        <pc:chgData name="Luis Jesús Herrero de Cos" userId="1a803f82-0012-431b-a368-6f3c9304e3f9" providerId="ADAL" clId="{ABB0C1D7-1709-4601-B0BC-DAC3D063385F}" dt="2022-11-28T11:47:18.070" v="8818" actId="1076"/>
        <pc:sldMkLst>
          <pc:docMk/>
          <pc:sldMk cId="2603134040" sldId="362"/>
        </pc:sldMkLst>
        <pc:spChg chg="mod">
          <ac:chgData name="Luis Jesús Herrero de Cos" userId="1a803f82-0012-431b-a368-6f3c9304e3f9" providerId="ADAL" clId="{ABB0C1D7-1709-4601-B0BC-DAC3D063385F}" dt="2022-11-28T11:41:27.799" v="8816" actId="6549"/>
          <ac:spMkLst>
            <pc:docMk/>
            <pc:sldMk cId="2603134040" sldId="362"/>
            <ac:spMk id="6146" creationId="{A12A857D-45FE-426B-ABF3-6DCD73028A4B}"/>
          </ac:spMkLst>
        </pc:spChg>
        <pc:picChg chg="add mod">
          <ac:chgData name="Luis Jesús Herrero de Cos" userId="1a803f82-0012-431b-a368-6f3c9304e3f9" providerId="ADAL" clId="{ABB0C1D7-1709-4601-B0BC-DAC3D063385F}" dt="2022-11-28T11:47:18.070" v="8818" actId="1076"/>
          <ac:picMkLst>
            <pc:docMk/>
            <pc:sldMk cId="2603134040" sldId="362"/>
            <ac:picMk id="3" creationId="{EC637B67-D0CA-39D6-69B4-65DF2A1644E6}"/>
          </ac:picMkLst>
        </pc:picChg>
      </pc:sldChg>
    </pc:docChg>
  </pc:docChgLst>
  <pc:docChgLst>
    <pc:chgData name="Luis Jesús Herrero de Cos" userId="1a803f82-0012-431b-a368-6f3c9304e3f9" providerId="ADAL" clId="{75313E13-4E20-472D-97DC-4C44A88FB46E}"/>
    <pc:docChg chg="custSel delSld modSld">
      <pc:chgData name="Luis Jesús Herrero de Cos" userId="1a803f82-0012-431b-a368-6f3c9304e3f9" providerId="ADAL" clId="{75313E13-4E20-472D-97DC-4C44A88FB46E}" dt="2022-10-16T21:11:00.823" v="709" actId="20577"/>
      <pc:docMkLst>
        <pc:docMk/>
      </pc:docMkLst>
      <pc:sldChg chg="modSp mod">
        <pc:chgData name="Luis Jesús Herrero de Cos" userId="1a803f82-0012-431b-a368-6f3c9304e3f9" providerId="ADAL" clId="{75313E13-4E20-472D-97DC-4C44A88FB46E}" dt="2022-10-14T20:33:18.906" v="1" actId="20577"/>
        <pc:sldMkLst>
          <pc:docMk/>
          <pc:sldMk cId="0" sldId="256"/>
        </pc:sldMkLst>
        <pc:spChg chg="mod">
          <ac:chgData name="Luis Jesús Herrero de Cos" userId="1a803f82-0012-431b-a368-6f3c9304e3f9" providerId="ADAL" clId="{75313E13-4E20-472D-97DC-4C44A88FB46E}" dt="2022-10-14T20:33:18.906" v="1" actId="20577"/>
          <ac:spMkLst>
            <pc:docMk/>
            <pc:sldMk cId="0" sldId="256"/>
            <ac:spMk id="4099" creationId="{91D22E8D-03B7-4243-8A87-6B40E6C2D451}"/>
          </ac:spMkLst>
        </pc:spChg>
      </pc:sldChg>
      <pc:sldChg chg="del">
        <pc:chgData name="Luis Jesús Herrero de Cos" userId="1a803f82-0012-431b-a368-6f3c9304e3f9" providerId="ADAL" clId="{75313E13-4E20-472D-97DC-4C44A88FB46E}" dt="2022-10-14T20:35:26.596" v="3" actId="47"/>
        <pc:sldMkLst>
          <pc:docMk/>
          <pc:sldMk cId="0" sldId="288"/>
        </pc:sldMkLst>
      </pc:sldChg>
      <pc:sldChg chg="del">
        <pc:chgData name="Luis Jesús Herrero de Cos" userId="1a803f82-0012-431b-a368-6f3c9304e3f9" providerId="ADAL" clId="{75313E13-4E20-472D-97DC-4C44A88FB46E}" dt="2022-10-14T20:35:30.342" v="4" actId="47"/>
        <pc:sldMkLst>
          <pc:docMk/>
          <pc:sldMk cId="0" sldId="290"/>
        </pc:sldMkLst>
      </pc:sldChg>
      <pc:sldChg chg="modSp mod">
        <pc:chgData name="Luis Jesús Herrero de Cos" userId="1a803f82-0012-431b-a368-6f3c9304e3f9" providerId="ADAL" clId="{75313E13-4E20-472D-97DC-4C44A88FB46E}" dt="2022-10-14T20:35:45.750" v="6" actId="20577"/>
        <pc:sldMkLst>
          <pc:docMk/>
          <pc:sldMk cId="0" sldId="295"/>
        </pc:sldMkLst>
        <pc:spChg chg="mod">
          <ac:chgData name="Luis Jesús Herrero de Cos" userId="1a803f82-0012-431b-a368-6f3c9304e3f9" providerId="ADAL" clId="{75313E13-4E20-472D-97DC-4C44A88FB46E}" dt="2022-10-14T20:35:45.750" v="6" actId="20577"/>
          <ac:spMkLst>
            <pc:docMk/>
            <pc:sldMk cId="0" sldId="295"/>
            <ac:spMk id="42" creationId="{A47E673C-EC69-4B54-8BD6-29FB9C83F9AD}"/>
          </ac:spMkLst>
        </pc:spChg>
      </pc:sldChg>
      <pc:sldChg chg="modSp mod">
        <pc:chgData name="Luis Jesús Herrero de Cos" userId="1a803f82-0012-431b-a368-6f3c9304e3f9" providerId="ADAL" clId="{75313E13-4E20-472D-97DC-4C44A88FB46E}" dt="2022-10-16T20:49:52.320" v="362" actId="20577"/>
        <pc:sldMkLst>
          <pc:docMk/>
          <pc:sldMk cId="0" sldId="296"/>
        </pc:sldMkLst>
        <pc:spChg chg="mod">
          <ac:chgData name="Luis Jesús Herrero de Cos" userId="1a803f82-0012-431b-a368-6f3c9304e3f9" providerId="ADAL" clId="{75313E13-4E20-472D-97DC-4C44A88FB46E}" dt="2022-10-14T20:36:04.223" v="8" actId="20577"/>
          <ac:spMkLst>
            <pc:docMk/>
            <pc:sldMk cId="0" sldId="296"/>
            <ac:spMk id="6" creationId="{0EE13FB7-7B2E-4358-84E3-C0DEBFA4BB99}"/>
          </ac:spMkLst>
        </pc:spChg>
        <pc:spChg chg="mod">
          <ac:chgData name="Luis Jesús Herrero de Cos" userId="1a803f82-0012-431b-a368-6f3c9304e3f9" providerId="ADAL" clId="{75313E13-4E20-472D-97DC-4C44A88FB46E}" dt="2022-10-16T20:49:52.320" v="362" actId="20577"/>
          <ac:spMkLst>
            <pc:docMk/>
            <pc:sldMk cId="0" sldId="296"/>
            <ac:spMk id="18434" creationId="{70665C84-AB7E-4B28-B054-FF2BBD3F3431}"/>
          </ac:spMkLst>
        </pc:spChg>
      </pc:sldChg>
      <pc:sldChg chg="modSp mod">
        <pc:chgData name="Luis Jesús Herrero de Cos" userId="1a803f82-0012-431b-a368-6f3c9304e3f9" providerId="ADAL" clId="{75313E13-4E20-472D-97DC-4C44A88FB46E}" dt="2022-10-16T20:41:01.032" v="291" actId="20577"/>
        <pc:sldMkLst>
          <pc:docMk/>
          <pc:sldMk cId="0" sldId="297"/>
        </pc:sldMkLst>
        <pc:spChg chg="mod">
          <ac:chgData name="Luis Jesús Herrero de Cos" userId="1a803f82-0012-431b-a368-6f3c9304e3f9" providerId="ADAL" clId="{75313E13-4E20-472D-97DC-4C44A88FB46E}" dt="2022-10-16T20:41:01.032" v="291" actId="20577"/>
          <ac:spMkLst>
            <pc:docMk/>
            <pc:sldMk cId="0" sldId="297"/>
            <ac:spMk id="19458" creationId="{8793C4A2-45B2-42C7-9430-4A34D4FA0060}"/>
          </ac:spMkLst>
        </pc:spChg>
      </pc:sldChg>
      <pc:sldChg chg="modSp mod">
        <pc:chgData name="Luis Jesús Herrero de Cos" userId="1a803f82-0012-431b-a368-6f3c9304e3f9" providerId="ADAL" clId="{75313E13-4E20-472D-97DC-4C44A88FB46E}" dt="2022-10-14T20:34:15.058" v="2" actId="6549"/>
        <pc:sldMkLst>
          <pc:docMk/>
          <pc:sldMk cId="0" sldId="334"/>
        </pc:sldMkLst>
        <pc:spChg chg="mod">
          <ac:chgData name="Luis Jesús Herrero de Cos" userId="1a803f82-0012-431b-a368-6f3c9304e3f9" providerId="ADAL" clId="{75313E13-4E20-472D-97DC-4C44A88FB46E}" dt="2022-10-14T20:34:15.058" v="2" actId="6549"/>
          <ac:spMkLst>
            <pc:docMk/>
            <pc:sldMk cId="0" sldId="334"/>
            <ac:spMk id="8194" creationId="{0883D276-C442-4D38-ABCA-5A556981B33D}"/>
          </ac:spMkLst>
        </pc:spChg>
      </pc:sldChg>
      <pc:sldChg chg="modSp mod">
        <pc:chgData name="Luis Jesús Herrero de Cos" userId="1a803f82-0012-431b-a368-6f3c9304e3f9" providerId="ADAL" clId="{75313E13-4E20-472D-97DC-4C44A88FB46E}" dt="2022-10-16T20:50:47.665" v="425" actId="20577"/>
        <pc:sldMkLst>
          <pc:docMk/>
          <pc:sldMk cId="0" sldId="335"/>
        </pc:sldMkLst>
        <pc:spChg chg="mod">
          <ac:chgData name="Luis Jesús Herrero de Cos" userId="1a803f82-0012-431b-a368-6f3c9304e3f9" providerId="ADAL" clId="{75313E13-4E20-472D-97DC-4C44A88FB46E}" dt="2022-10-16T20:50:47.665" v="425" actId="20577"/>
          <ac:spMkLst>
            <pc:docMk/>
            <pc:sldMk cId="0" sldId="335"/>
            <ac:spMk id="19458" creationId="{8793C4A2-45B2-42C7-9430-4A34D4FA0060}"/>
          </ac:spMkLst>
        </pc:spChg>
      </pc:sldChg>
      <pc:sldChg chg="modSp mod">
        <pc:chgData name="Luis Jesús Herrero de Cos" userId="1a803f82-0012-431b-a368-6f3c9304e3f9" providerId="ADAL" clId="{75313E13-4E20-472D-97DC-4C44A88FB46E}" dt="2022-10-16T20:47:28.692" v="307" actId="20577"/>
        <pc:sldMkLst>
          <pc:docMk/>
          <pc:sldMk cId="0" sldId="336"/>
        </pc:sldMkLst>
        <pc:spChg chg="mod">
          <ac:chgData name="Luis Jesús Herrero de Cos" userId="1a803f82-0012-431b-a368-6f3c9304e3f9" providerId="ADAL" clId="{75313E13-4E20-472D-97DC-4C44A88FB46E}" dt="2022-10-16T20:47:28.692" v="307" actId="20577"/>
          <ac:spMkLst>
            <pc:docMk/>
            <pc:sldMk cId="0" sldId="336"/>
            <ac:spMk id="19458" creationId="{8793C4A2-45B2-42C7-9430-4A34D4FA0060}"/>
          </ac:spMkLst>
        </pc:spChg>
      </pc:sldChg>
      <pc:sldChg chg="modSp mod">
        <pc:chgData name="Luis Jesús Herrero de Cos" userId="1a803f82-0012-431b-a368-6f3c9304e3f9" providerId="ADAL" clId="{75313E13-4E20-472D-97DC-4C44A88FB46E}" dt="2022-10-16T20:52:10.073" v="504" actId="20577"/>
        <pc:sldMkLst>
          <pc:docMk/>
          <pc:sldMk cId="0" sldId="337"/>
        </pc:sldMkLst>
        <pc:spChg chg="mod">
          <ac:chgData name="Luis Jesús Herrero de Cos" userId="1a803f82-0012-431b-a368-6f3c9304e3f9" providerId="ADAL" clId="{75313E13-4E20-472D-97DC-4C44A88FB46E}" dt="2022-10-16T20:52:10.073" v="504" actId="20577"/>
          <ac:spMkLst>
            <pc:docMk/>
            <pc:sldMk cId="0" sldId="337"/>
            <ac:spMk id="19458" creationId="{8793C4A2-45B2-42C7-9430-4A34D4FA0060}"/>
          </ac:spMkLst>
        </pc:spChg>
      </pc:sldChg>
      <pc:sldChg chg="modSp mod">
        <pc:chgData name="Luis Jesús Herrero de Cos" userId="1a803f82-0012-431b-a368-6f3c9304e3f9" providerId="ADAL" clId="{75313E13-4E20-472D-97DC-4C44A88FB46E}" dt="2022-10-16T20:54:18.888" v="557"/>
        <pc:sldMkLst>
          <pc:docMk/>
          <pc:sldMk cId="0" sldId="339"/>
        </pc:sldMkLst>
        <pc:spChg chg="mod">
          <ac:chgData name="Luis Jesús Herrero de Cos" userId="1a803f82-0012-431b-a368-6f3c9304e3f9" providerId="ADAL" clId="{75313E13-4E20-472D-97DC-4C44A88FB46E}" dt="2022-10-16T20:54:18.888" v="557"/>
          <ac:spMkLst>
            <pc:docMk/>
            <pc:sldMk cId="0" sldId="339"/>
            <ac:spMk id="24578" creationId="{2080EB36-6D86-45E7-8C60-DDF3910130CF}"/>
          </ac:spMkLst>
        </pc:spChg>
      </pc:sldChg>
      <pc:sldChg chg="modSp mod">
        <pc:chgData name="Luis Jesús Herrero de Cos" userId="1a803f82-0012-431b-a368-6f3c9304e3f9" providerId="ADAL" clId="{75313E13-4E20-472D-97DC-4C44A88FB46E}" dt="2022-10-16T21:11:00.823" v="709" actId="20577"/>
        <pc:sldMkLst>
          <pc:docMk/>
          <pc:sldMk cId="0" sldId="340"/>
        </pc:sldMkLst>
        <pc:spChg chg="mod">
          <ac:chgData name="Luis Jesús Herrero de Cos" userId="1a803f82-0012-431b-a368-6f3c9304e3f9" providerId="ADAL" clId="{75313E13-4E20-472D-97DC-4C44A88FB46E}" dt="2022-10-16T21:11:00.823" v="709" actId="20577"/>
          <ac:spMkLst>
            <pc:docMk/>
            <pc:sldMk cId="0" sldId="340"/>
            <ac:spMk id="25602" creationId="{AC2D6FBE-1FF4-4AA7-AD8C-3CBDB7530001}"/>
          </ac:spMkLst>
        </pc:spChg>
      </pc:sldChg>
      <pc:sldChg chg="modSp mod">
        <pc:chgData name="Luis Jesús Herrero de Cos" userId="1a803f82-0012-431b-a368-6f3c9304e3f9" providerId="ADAL" clId="{75313E13-4E20-472D-97DC-4C44A88FB46E}" dt="2022-10-16T21:08:43.732" v="708" actId="20577"/>
        <pc:sldMkLst>
          <pc:docMk/>
          <pc:sldMk cId="0" sldId="341"/>
        </pc:sldMkLst>
        <pc:spChg chg="mod">
          <ac:chgData name="Luis Jesús Herrero de Cos" userId="1a803f82-0012-431b-a368-6f3c9304e3f9" providerId="ADAL" clId="{75313E13-4E20-472D-97DC-4C44A88FB46E}" dt="2022-10-16T21:08:43.732" v="708" actId="20577"/>
          <ac:spMkLst>
            <pc:docMk/>
            <pc:sldMk cId="0" sldId="341"/>
            <ac:spMk id="26626" creationId="{C85DEA89-E797-485F-A337-642AE7E533D5}"/>
          </ac:spMkLst>
        </pc:spChg>
      </pc:sldChg>
      <pc:sldChg chg="del">
        <pc:chgData name="Luis Jesús Herrero de Cos" userId="1a803f82-0012-431b-a368-6f3c9304e3f9" providerId="ADAL" clId="{75313E13-4E20-472D-97DC-4C44A88FB46E}" dt="2022-10-14T20:45:57.540" v="269" actId="47"/>
        <pc:sldMkLst>
          <pc:docMk/>
          <pc:sldMk cId="879704480" sldId="34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4" name="Rectangle 1">
            <a:extLst>
              <a:ext uri="{FF2B5EF4-FFF2-40B4-BE49-F238E27FC236}">
                <a16:creationId xmlns:a16="http://schemas.microsoft.com/office/drawing/2014/main" id="{4364B30C-A6E0-4E29-A4D8-91094A1D1FB5}"/>
              </a:ext>
            </a:extLst>
          </p:cNvPr>
          <p:cNvSpPr>
            <a:spLocks noGrp="1" noRot="1" noChangeAspect="1" noChangeArrowheads="1"/>
          </p:cNvSpPr>
          <p:nvPr>
            <p:ph type="sldImg"/>
          </p:nvPr>
        </p:nvSpPr>
        <p:spPr bwMode="auto">
          <a:xfrm>
            <a:off x="1106488" y="812800"/>
            <a:ext cx="5343525" cy="400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sp>
      <p:sp>
        <p:nvSpPr>
          <p:cNvPr id="2" name="Rectangle 2">
            <a:extLst>
              <a:ext uri="{FF2B5EF4-FFF2-40B4-BE49-F238E27FC236}">
                <a16:creationId xmlns:a16="http://schemas.microsoft.com/office/drawing/2014/main" id="{8FAA19A9-103D-4C26-B2D9-0EBF4CD1398F}"/>
              </a:ext>
            </a:extLst>
          </p:cNvPr>
          <p:cNvSpPr>
            <a:spLocks noGrp="1" noChangeArrowheads="1"/>
          </p:cNvSpPr>
          <p:nvPr>
            <p:ph type="body"/>
          </p:nvPr>
        </p:nvSpPr>
        <p:spPr bwMode="auto">
          <a:xfrm>
            <a:off x="755650" y="5078413"/>
            <a:ext cx="6046788" cy="4810125"/>
          </a:xfrm>
          <a:prstGeom prst="rect">
            <a:avLst/>
          </a:prstGeom>
          <a:noFill/>
          <a:ln w="9525" cap="flat">
            <a:noFill/>
            <a:round/>
            <a:headEnd/>
            <a:tailEnd/>
          </a:ln>
          <a:effectLst/>
        </p:spPr>
        <p:txBody>
          <a:bodyPr vert="horz" wrap="square" lIns="0" tIns="0" rIns="0" bIns="0" numCol="1" anchor="t" anchorCtr="0" compatLnSpc="1">
            <a:prstTxWarp prst="textNoShape">
              <a:avLst/>
            </a:prstTxWarp>
          </a:bodyPr>
          <a:lstStyle/>
          <a:p>
            <a:pPr lvl="0"/>
            <a:endParaRPr lang="es-ES" noProof="0"/>
          </a:p>
        </p:txBody>
      </p:sp>
      <p:sp>
        <p:nvSpPr>
          <p:cNvPr id="3075" name="Rectangle 3">
            <a:extLst>
              <a:ext uri="{FF2B5EF4-FFF2-40B4-BE49-F238E27FC236}">
                <a16:creationId xmlns:a16="http://schemas.microsoft.com/office/drawing/2014/main" id="{5CB25B88-7F1B-4117-AA55-81BAF158F49C}"/>
              </a:ext>
            </a:extLst>
          </p:cNvPr>
          <p:cNvSpPr>
            <a:spLocks noGrp="1" noChangeArrowheads="1"/>
          </p:cNvSpPr>
          <p:nvPr>
            <p:ph type="hdr"/>
          </p:nvPr>
        </p:nvSpPr>
        <p:spPr bwMode="auto">
          <a:xfrm>
            <a:off x="0" y="0"/>
            <a:ext cx="3279775" cy="533400"/>
          </a:xfrm>
          <a:prstGeom prst="rect">
            <a:avLst/>
          </a:prstGeom>
          <a:noFill/>
          <a:ln w="9525" cap="flat">
            <a:noFill/>
            <a:round/>
            <a:headEnd/>
            <a:tailEnd/>
          </a:ln>
          <a:effectLst/>
        </p:spPr>
        <p:txBody>
          <a:bodyPr vert="horz" wrap="square" lIns="0" tIns="0" rIns="0" bIns="0" numCol="1" anchor="t" anchorCtr="0" compatLnSpc="1">
            <a:prstTxWarp prst="textNoShape">
              <a:avLst/>
            </a:prstTxWarp>
          </a:bodyPr>
          <a:lstStyle>
            <a:lvl1pPr eaLnBrk="1">
              <a:lnSpc>
                <a:spcPct val="95000"/>
              </a:lnSpc>
              <a:buClr>
                <a:srgbClr val="000000"/>
              </a:buClr>
              <a:buSzPct val="100000"/>
              <a:buFont typeface="Times New Roman" pitchFamily="16" charset="0"/>
              <a:buNone/>
              <a:tabLst>
                <a:tab pos="723900" algn="l"/>
                <a:tab pos="1447800" algn="l"/>
                <a:tab pos="2171700" algn="l"/>
                <a:tab pos="2895600" algn="l"/>
              </a:tabLst>
              <a:defRPr sz="1400">
                <a:solidFill>
                  <a:srgbClr val="000000"/>
                </a:solidFill>
                <a:latin typeface="Times New Roman" pitchFamily="16" charset="0"/>
                <a:ea typeface="Microsoft YaHei" charset="-122"/>
                <a:cs typeface="Arial Unicode MS" charset="0"/>
              </a:defRPr>
            </a:lvl1pPr>
          </a:lstStyle>
          <a:p>
            <a:pPr>
              <a:defRPr/>
            </a:pPr>
            <a:endParaRPr lang="es-ES"/>
          </a:p>
        </p:txBody>
      </p:sp>
      <p:sp>
        <p:nvSpPr>
          <p:cNvPr id="3076" name="Rectangle 4">
            <a:extLst>
              <a:ext uri="{FF2B5EF4-FFF2-40B4-BE49-F238E27FC236}">
                <a16:creationId xmlns:a16="http://schemas.microsoft.com/office/drawing/2014/main" id="{2ED869A8-85E0-48F4-B2FE-8A635E67362C}"/>
              </a:ext>
            </a:extLst>
          </p:cNvPr>
          <p:cNvSpPr>
            <a:spLocks noGrp="1" noChangeArrowheads="1"/>
          </p:cNvSpPr>
          <p:nvPr>
            <p:ph type="dt"/>
          </p:nvPr>
        </p:nvSpPr>
        <p:spPr bwMode="auto">
          <a:xfrm>
            <a:off x="4278313" y="0"/>
            <a:ext cx="3279775" cy="533400"/>
          </a:xfrm>
          <a:prstGeom prst="rect">
            <a:avLst/>
          </a:prstGeom>
          <a:noFill/>
          <a:ln w="9525" cap="flat">
            <a:noFill/>
            <a:round/>
            <a:headEnd/>
            <a:tailEnd/>
          </a:ln>
          <a:effectLst/>
        </p:spPr>
        <p:txBody>
          <a:bodyPr vert="horz" wrap="square" lIns="0" tIns="0" rIns="0" bIns="0" numCol="1" anchor="t" anchorCtr="0" compatLnSpc="1">
            <a:prstTxWarp prst="textNoShape">
              <a:avLst/>
            </a:prstTxWarp>
          </a:bodyPr>
          <a:lstStyle>
            <a:lvl1pPr algn="r" eaLnBrk="1">
              <a:lnSpc>
                <a:spcPct val="95000"/>
              </a:lnSpc>
              <a:buClr>
                <a:srgbClr val="000000"/>
              </a:buClr>
              <a:buSzPct val="100000"/>
              <a:buFont typeface="Times New Roman" pitchFamily="16" charset="0"/>
              <a:buNone/>
              <a:tabLst>
                <a:tab pos="723900" algn="l"/>
                <a:tab pos="1447800" algn="l"/>
                <a:tab pos="2171700" algn="l"/>
                <a:tab pos="2895600" algn="l"/>
              </a:tabLst>
              <a:defRPr sz="1400">
                <a:solidFill>
                  <a:srgbClr val="000000"/>
                </a:solidFill>
                <a:latin typeface="Times New Roman" pitchFamily="16" charset="0"/>
                <a:ea typeface="Microsoft YaHei" charset="-122"/>
                <a:cs typeface="Arial Unicode MS" charset="0"/>
              </a:defRPr>
            </a:lvl1pPr>
          </a:lstStyle>
          <a:p>
            <a:pPr>
              <a:defRPr/>
            </a:pPr>
            <a:endParaRPr lang="es-ES"/>
          </a:p>
        </p:txBody>
      </p:sp>
      <p:sp>
        <p:nvSpPr>
          <p:cNvPr id="3077" name="Rectangle 5">
            <a:extLst>
              <a:ext uri="{FF2B5EF4-FFF2-40B4-BE49-F238E27FC236}">
                <a16:creationId xmlns:a16="http://schemas.microsoft.com/office/drawing/2014/main" id="{12E34B4C-E340-4643-9D6F-9EF54143E99C}"/>
              </a:ext>
            </a:extLst>
          </p:cNvPr>
          <p:cNvSpPr>
            <a:spLocks noGrp="1" noChangeArrowheads="1"/>
          </p:cNvSpPr>
          <p:nvPr>
            <p:ph type="ftr"/>
          </p:nvPr>
        </p:nvSpPr>
        <p:spPr bwMode="auto">
          <a:xfrm>
            <a:off x="0" y="10156825"/>
            <a:ext cx="3279775" cy="533400"/>
          </a:xfrm>
          <a:prstGeom prst="rect">
            <a:avLst/>
          </a:prstGeom>
          <a:noFill/>
          <a:ln w="9525" cap="flat">
            <a:noFill/>
            <a:round/>
            <a:headEnd/>
            <a:tailEnd/>
          </a:ln>
          <a:effectLst/>
        </p:spPr>
        <p:txBody>
          <a:bodyPr vert="horz" wrap="square" lIns="0" tIns="0" rIns="0" bIns="0" numCol="1" anchor="b" anchorCtr="0" compatLnSpc="1">
            <a:prstTxWarp prst="textNoShape">
              <a:avLst/>
            </a:prstTxWarp>
          </a:bodyPr>
          <a:lstStyle>
            <a:lvl1pPr eaLnBrk="1">
              <a:lnSpc>
                <a:spcPct val="95000"/>
              </a:lnSpc>
              <a:buClr>
                <a:srgbClr val="000000"/>
              </a:buClr>
              <a:buSzPct val="100000"/>
              <a:buFont typeface="Times New Roman" pitchFamily="16" charset="0"/>
              <a:buNone/>
              <a:tabLst>
                <a:tab pos="723900" algn="l"/>
                <a:tab pos="1447800" algn="l"/>
                <a:tab pos="2171700" algn="l"/>
                <a:tab pos="2895600" algn="l"/>
              </a:tabLst>
              <a:defRPr sz="1400">
                <a:solidFill>
                  <a:srgbClr val="000000"/>
                </a:solidFill>
                <a:latin typeface="Times New Roman" pitchFamily="16" charset="0"/>
                <a:ea typeface="Microsoft YaHei" charset="-122"/>
                <a:cs typeface="Arial Unicode MS" charset="0"/>
              </a:defRPr>
            </a:lvl1pPr>
          </a:lstStyle>
          <a:p>
            <a:pPr>
              <a:defRPr/>
            </a:pPr>
            <a:endParaRPr lang="es-ES"/>
          </a:p>
        </p:txBody>
      </p:sp>
      <p:sp>
        <p:nvSpPr>
          <p:cNvPr id="3078" name="Rectangle 6">
            <a:extLst>
              <a:ext uri="{FF2B5EF4-FFF2-40B4-BE49-F238E27FC236}">
                <a16:creationId xmlns:a16="http://schemas.microsoft.com/office/drawing/2014/main" id="{D6737C03-C839-4B56-A0BC-73361C8905E7}"/>
              </a:ext>
            </a:extLst>
          </p:cNvPr>
          <p:cNvSpPr>
            <a:spLocks noGrp="1" noChangeArrowheads="1"/>
          </p:cNvSpPr>
          <p:nvPr>
            <p:ph type="sldNum"/>
          </p:nvPr>
        </p:nvSpPr>
        <p:spPr bwMode="auto">
          <a:xfrm>
            <a:off x="4278313" y="10156825"/>
            <a:ext cx="3279775" cy="533400"/>
          </a:xfrm>
          <a:prstGeom prst="rect">
            <a:avLst/>
          </a:prstGeom>
          <a:noFill/>
          <a:ln w="9525" cap="flat">
            <a:noFill/>
            <a:round/>
            <a:headEnd/>
            <a:tailEnd/>
          </a:ln>
          <a:effectLst/>
        </p:spPr>
        <p:txBody>
          <a:bodyPr vert="horz" wrap="square" lIns="0" tIns="0" rIns="0" bIns="0" numCol="1" anchor="b" anchorCtr="0" compatLnSpc="1">
            <a:prstTxWarp prst="textNoShape">
              <a:avLst/>
            </a:prstTxWarp>
          </a:bodyPr>
          <a:lstStyle>
            <a:lvl1pPr algn="r" eaLnBrk="1">
              <a:lnSpc>
                <a:spcPct val="95000"/>
              </a:lnSpc>
              <a:buClr>
                <a:srgbClr val="000000"/>
              </a:buClr>
              <a:buSzPct val="100000"/>
              <a:buFont typeface="Times New Roman" panose="02020603050405020304" pitchFamily="18" charset="0"/>
              <a:buNone/>
              <a:tabLst>
                <a:tab pos="723900" algn="l"/>
                <a:tab pos="1447800" algn="l"/>
                <a:tab pos="2171700" algn="l"/>
                <a:tab pos="2895600" algn="l"/>
              </a:tabLst>
              <a:defRPr sz="1400">
                <a:solidFill>
                  <a:srgbClr val="000000"/>
                </a:solidFill>
                <a:latin typeface="Times New Roman" panose="02020603050405020304" pitchFamily="18" charset="0"/>
                <a:cs typeface="Arial Unicode MS" charset="0"/>
              </a:defRPr>
            </a:lvl1pPr>
          </a:lstStyle>
          <a:p>
            <a:pPr>
              <a:defRPr/>
            </a:pPr>
            <a:fld id="{DA796CB5-3009-46D9-9972-61E720AE385C}" type="slidenum">
              <a:rPr lang="es-ES" altLang="es-ES"/>
              <a:pPr>
                <a:defRPr/>
              </a:pPr>
              <a:t>‹Nº›</a:t>
            </a:fld>
            <a:endParaRPr lang="es-ES" altLang="es-ES"/>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2" name="Rectangle 6">
            <a:extLst>
              <a:ext uri="{FF2B5EF4-FFF2-40B4-BE49-F238E27FC236}">
                <a16:creationId xmlns:a16="http://schemas.microsoft.com/office/drawing/2014/main" id="{B0978449-E4E5-497E-9A52-ADAA1AC83D27}"/>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38C48950-874F-4EDE-8855-5B9FCEA0EBF9}" type="slidenum">
              <a:rPr lang="es-ES" altLang="es-ES" sz="1400" smtClean="0">
                <a:cs typeface="Arial Unicode MS"/>
              </a:rPr>
              <a:pPr>
                <a:spcBef>
                  <a:spcPct val="0"/>
                </a:spcBef>
              </a:pPr>
              <a:t>1</a:t>
            </a:fld>
            <a:endParaRPr lang="es-ES" altLang="es-ES" sz="1400">
              <a:cs typeface="Arial Unicode MS"/>
            </a:endParaRPr>
          </a:p>
        </p:txBody>
      </p:sp>
      <p:sp>
        <p:nvSpPr>
          <p:cNvPr id="5123" name="Rectangle 1">
            <a:extLst>
              <a:ext uri="{FF2B5EF4-FFF2-40B4-BE49-F238E27FC236}">
                <a16:creationId xmlns:a16="http://schemas.microsoft.com/office/drawing/2014/main" id="{7A1FE627-1421-4011-872A-9B7E62FD5D86}"/>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5124" name="Rectangle 2">
            <a:extLst>
              <a:ext uri="{FF2B5EF4-FFF2-40B4-BE49-F238E27FC236}">
                <a16:creationId xmlns:a16="http://schemas.microsoft.com/office/drawing/2014/main" id="{6483374A-6949-4D3F-B03F-CE4F7D4C79FA}"/>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2</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3</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2588258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4</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2948666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5</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4162082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6</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14897367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7</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1706146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8</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31783141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9</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6458136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10</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40829104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11</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41480100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12</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26123615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13</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9201580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14</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40015226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15</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18731693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p>
        </p:txBody>
      </p:sp>
      <p:sp>
        <p:nvSpPr>
          <p:cNvPr id="4" name="Rectangle 2">
            <a:extLst>
              <a:ext uri="{FF2B5EF4-FFF2-40B4-BE49-F238E27FC236}">
                <a16:creationId xmlns:a16="http://schemas.microsoft.com/office/drawing/2014/main" id="{A6DE48E4-EAC1-462A-A54F-ED189979B208}"/>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4">
            <a:extLst>
              <a:ext uri="{FF2B5EF4-FFF2-40B4-BE49-F238E27FC236}">
                <a16:creationId xmlns:a16="http://schemas.microsoft.com/office/drawing/2014/main" id="{F3E46313-D0C1-4004-BA2B-F1E9A820887E}"/>
              </a:ext>
            </a:extLst>
          </p:cNvPr>
          <p:cNvSpPr>
            <a:spLocks noGrp="1" noChangeArrowheads="1"/>
          </p:cNvSpPr>
          <p:nvPr>
            <p:ph type="sldNum" idx="11"/>
          </p:nvPr>
        </p:nvSpPr>
        <p:spPr>
          <a:ln/>
        </p:spPr>
        <p:txBody>
          <a:bodyPr/>
          <a:lstStyle>
            <a:lvl1pPr>
              <a:defRPr/>
            </a:lvl1pPr>
          </a:lstStyle>
          <a:p>
            <a:pPr>
              <a:defRPr/>
            </a:pPr>
            <a:fld id="{9DCF48B6-B3A5-4705-80B0-8200F3166CD8}" type="slidenum">
              <a:rPr lang="es-ES" altLang="es-ES"/>
              <a:pPr>
                <a:defRPr/>
              </a:pPr>
              <a:t>‹Nº›</a:t>
            </a:fld>
            <a:endParaRPr lang="es-ES" altLang="es-ES"/>
          </a:p>
        </p:txBody>
      </p:sp>
    </p:spTree>
    <p:extLst>
      <p:ext uri="{BB962C8B-B14F-4D97-AF65-F5344CB8AC3E}">
        <p14:creationId xmlns:p14="http://schemas.microsoft.com/office/powerpoint/2010/main" val="604167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2">
            <a:extLst>
              <a:ext uri="{FF2B5EF4-FFF2-40B4-BE49-F238E27FC236}">
                <a16:creationId xmlns:a16="http://schemas.microsoft.com/office/drawing/2014/main" id="{22F5DFA4-E7F0-4FA5-B315-41DFD5A213FE}"/>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4">
            <a:extLst>
              <a:ext uri="{FF2B5EF4-FFF2-40B4-BE49-F238E27FC236}">
                <a16:creationId xmlns:a16="http://schemas.microsoft.com/office/drawing/2014/main" id="{C32C01D2-CB58-40FF-8D2F-FDFC9BA01C0D}"/>
              </a:ext>
            </a:extLst>
          </p:cNvPr>
          <p:cNvSpPr>
            <a:spLocks noGrp="1" noChangeArrowheads="1"/>
          </p:cNvSpPr>
          <p:nvPr>
            <p:ph type="sldNum" idx="11"/>
          </p:nvPr>
        </p:nvSpPr>
        <p:spPr>
          <a:ln/>
        </p:spPr>
        <p:txBody>
          <a:bodyPr/>
          <a:lstStyle>
            <a:lvl1pPr>
              <a:defRPr/>
            </a:lvl1pPr>
          </a:lstStyle>
          <a:p>
            <a:pPr>
              <a:defRPr/>
            </a:pPr>
            <a:fld id="{295D332D-FAE6-433F-A309-D7388CC0CFAF}" type="slidenum">
              <a:rPr lang="es-ES" altLang="es-ES"/>
              <a:pPr>
                <a:defRPr/>
              </a:pPr>
              <a:t>‹Nº›</a:t>
            </a:fld>
            <a:endParaRPr lang="es-ES" altLang="es-ES"/>
          </a:p>
        </p:txBody>
      </p:sp>
    </p:spTree>
    <p:extLst>
      <p:ext uri="{BB962C8B-B14F-4D97-AF65-F5344CB8AC3E}">
        <p14:creationId xmlns:p14="http://schemas.microsoft.com/office/powerpoint/2010/main" val="3748032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2">
            <a:extLst>
              <a:ext uri="{FF2B5EF4-FFF2-40B4-BE49-F238E27FC236}">
                <a16:creationId xmlns:a16="http://schemas.microsoft.com/office/drawing/2014/main" id="{176D2F39-BC42-40C6-BBCB-57DC1B0B4FC1}"/>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4">
            <a:extLst>
              <a:ext uri="{FF2B5EF4-FFF2-40B4-BE49-F238E27FC236}">
                <a16:creationId xmlns:a16="http://schemas.microsoft.com/office/drawing/2014/main" id="{D3C61FC0-FB8C-4732-815F-3D538C47630F}"/>
              </a:ext>
            </a:extLst>
          </p:cNvPr>
          <p:cNvSpPr>
            <a:spLocks noGrp="1" noChangeArrowheads="1"/>
          </p:cNvSpPr>
          <p:nvPr>
            <p:ph type="sldNum" idx="11"/>
          </p:nvPr>
        </p:nvSpPr>
        <p:spPr>
          <a:ln/>
        </p:spPr>
        <p:txBody>
          <a:bodyPr/>
          <a:lstStyle>
            <a:lvl1pPr>
              <a:defRPr/>
            </a:lvl1pPr>
          </a:lstStyle>
          <a:p>
            <a:pPr>
              <a:defRPr/>
            </a:pPr>
            <a:fld id="{C7AA4E2E-A53B-48FE-B475-3606FD79E581}" type="slidenum">
              <a:rPr lang="es-ES" altLang="es-ES"/>
              <a:pPr>
                <a:defRPr/>
              </a:pPr>
              <a:t>‹Nº›</a:t>
            </a:fld>
            <a:endParaRPr lang="es-ES" altLang="es-ES"/>
          </a:p>
        </p:txBody>
      </p:sp>
    </p:spTree>
    <p:extLst>
      <p:ext uri="{BB962C8B-B14F-4D97-AF65-F5344CB8AC3E}">
        <p14:creationId xmlns:p14="http://schemas.microsoft.com/office/powerpoint/2010/main" val="455018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4963"/>
            <a:ext cx="4037013"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6613" y="1604963"/>
            <a:ext cx="4038600"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Rectangle 2">
            <a:extLst>
              <a:ext uri="{FF2B5EF4-FFF2-40B4-BE49-F238E27FC236}">
                <a16:creationId xmlns:a16="http://schemas.microsoft.com/office/drawing/2014/main" id="{81EF088C-9088-4430-B451-FFAEFE0F74AE}"/>
              </a:ext>
            </a:extLst>
          </p:cNvPr>
          <p:cNvSpPr>
            <a:spLocks noGrp="1" noChangeArrowheads="1"/>
          </p:cNvSpPr>
          <p:nvPr>
            <p:ph type="dt" idx="10"/>
          </p:nvPr>
        </p:nvSpPr>
        <p:spPr>
          <a:ln/>
        </p:spPr>
        <p:txBody>
          <a:bodyPr/>
          <a:lstStyle>
            <a:lvl1pPr>
              <a:defRPr/>
            </a:lvl1pPr>
          </a:lstStyle>
          <a:p>
            <a:pPr>
              <a:defRPr/>
            </a:pPr>
            <a:r>
              <a:rPr lang="es-ES"/>
              <a:t>22/10/12</a:t>
            </a:r>
          </a:p>
        </p:txBody>
      </p:sp>
      <p:sp>
        <p:nvSpPr>
          <p:cNvPr id="6" name="Rectangle 4">
            <a:extLst>
              <a:ext uri="{FF2B5EF4-FFF2-40B4-BE49-F238E27FC236}">
                <a16:creationId xmlns:a16="http://schemas.microsoft.com/office/drawing/2014/main" id="{7E52FA2D-38CF-44CD-9945-F393547F941D}"/>
              </a:ext>
            </a:extLst>
          </p:cNvPr>
          <p:cNvSpPr>
            <a:spLocks noGrp="1" noChangeArrowheads="1"/>
          </p:cNvSpPr>
          <p:nvPr>
            <p:ph type="sldNum" idx="11"/>
          </p:nvPr>
        </p:nvSpPr>
        <p:spPr>
          <a:ln/>
        </p:spPr>
        <p:txBody>
          <a:bodyPr/>
          <a:lstStyle>
            <a:lvl1pPr>
              <a:defRPr/>
            </a:lvl1pPr>
          </a:lstStyle>
          <a:p>
            <a:pPr>
              <a:defRPr/>
            </a:pPr>
            <a:fld id="{05BC9014-89A9-4628-84F7-209EB18A548D}" type="slidenum">
              <a:rPr lang="es-ES" altLang="es-ES"/>
              <a:pPr>
                <a:defRPr/>
              </a:pPr>
              <a:t>‹Nº›</a:t>
            </a:fld>
            <a:endParaRPr lang="es-ES" altLang="es-ES"/>
          </a:p>
        </p:txBody>
      </p:sp>
    </p:spTree>
    <p:extLst>
      <p:ext uri="{BB962C8B-B14F-4D97-AF65-F5344CB8AC3E}">
        <p14:creationId xmlns:p14="http://schemas.microsoft.com/office/powerpoint/2010/main" val="4066373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Rectangle 2">
            <a:extLst>
              <a:ext uri="{FF2B5EF4-FFF2-40B4-BE49-F238E27FC236}">
                <a16:creationId xmlns:a16="http://schemas.microsoft.com/office/drawing/2014/main" id="{9A814714-29E1-49F0-ADBC-F5CBB217733A}"/>
              </a:ext>
            </a:extLst>
          </p:cNvPr>
          <p:cNvSpPr>
            <a:spLocks noGrp="1" noChangeArrowheads="1"/>
          </p:cNvSpPr>
          <p:nvPr>
            <p:ph type="dt" idx="10"/>
          </p:nvPr>
        </p:nvSpPr>
        <p:spPr>
          <a:ln/>
        </p:spPr>
        <p:txBody>
          <a:bodyPr/>
          <a:lstStyle>
            <a:lvl1pPr>
              <a:defRPr/>
            </a:lvl1pPr>
          </a:lstStyle>
          <a:p>
            <a:pPr>
              <a:defRPr/>
            </a:pPr>
            <a:r>
              <a:rPr lang="es-ES"/>
              <a:t>22/10/12</a:t>
            </a:r>
          </a:p>
        </p:txBody>
      </p:sp>
      <p:sp>
        <p:nvSpPr>
          <p:cNvPr id="8" name="Rectangle 4">
            <a:extLst>
              <a:ext uri="{FF2B5EF4-FFF2-40B4-BE49-F238E27FC236}">
                <a16:creationId xmlns:a16="http://schemas.microsoft.com/office/drawing/2014/main" id="{7F42FFF6-9091-46C1-9B2D-84EC1FB19348}"/>
              </a:ext>
            </a:extLst>
          </p:cNvPr>
          <p:cNvSpPr>
            <a:spLocks noGrp="1" noChangeArrowheads="1"/>
          </p:cNvSpPr>
          <p:nvPr>
            <p:ph type="sldNum" idx="11"/>
          </p:nvPr>
        </p:nvSpPr>
        <p:spPr>
          <a:ln/>
        </p:spPr>
        <p:txBody>
          <a:bodyPr/>
          <a:lstStyle>
            <a:lvl1pPr>
              <a:defRPr/>
            </a:lvl1pPr>
          </a:lstStyle>
          <a:p>
            <a:pPr>
              <a:defRPr/>
            </a:pPr>
            <a:fld id="{9D3D6356-806E-4AA7-9569-7E6528BA7642}" type="slidenum">
              <a:rPr lang="es-ES" altLang="es-ES"/>
              <a:pPr>
                <a:defRPr/>
              </a:pPr>
              <a:t>‹Nº›</a:t>
            </a:fld>
            <a:endParaRPr lang="es-ES" altLang="es-ES"/>
          </a:p>
        </p:txBody>
      </p:sp>
    </p:spTree>
    <p:extLst>
      <p:ext uri="{BB962C8B-B14F-4D97-AF65-F5344CB8AC3E}">
        <p14:creationId xmlns:p14="http://schemas.microsoft.com/office/powerpoint/2010/main" val="2457426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Rectangle 2">
            <a:extLst>
              <a:ext uri="{FF2B5EF4-FFF2-40B4-BE49-F238E27FC236}">
                <a16:creationId xmlns:a16="http://schemas.microsoft.com/office/drawing/2014/main" id="{90ECE999-114A-447A-8CD9-635DFC17AC2E}"/>
              </a:ext>
            </a:extLst>
          </p:cNvPr>
          <p:cNvSpPr>
            <a:spLocks noGrp="1" noChangeArrowheads="1"/>
          </p:cNvSpPr>
          <p:nvPr>
            <p:ph type="dt" idx="10"/>
          </p:nvPr>
        </p:nvSpPr>
        <p:spPr>
          <a:ln/>
        </p:spPr>
        <p:txBody>
          <a:bodyPr/>
          <a:lstStyle>
            <a:lvl1pPr>
              <a:defRPr/>
            </a:lvl1pPr>
          </a:lstStyle>
          <a:p>
            <a:pPr>
              <a:defRPr/>
            </a:pPr>
            <a:r>
              <a:rPr lang="es-ES"/>
              <a:t>22/10/12</a:t>
            </a:r>
          </a:p>
        </p:txBody>
      </p:sp>
      <p:sp>
        <p:nvSpPr>
          <p:cNvPr id="4" name="Rectangle 4">
            <a:extLst>
              <a:ext uri="{FF2B5EF4-FFF2-40B4-BE49-F238E27FC236}">
                <a16:creationId xmlns:a16="http://schemas.microsoft.com/office/drawing/2014/main" id="{D61ABF5F-4D6E-4E52-8C90-48FDEC30282F}"/>
              </a:ext>
            </a:extLst>
          </p:cNvPr>
          <p:cNvSpPr>
            <a:spLocks noGrp="1" noChangeArrowheads="1"/>
          </p:cNvSpPr>
          <p:nvPr>
            <p:ph type="sldNum" idx="11"/>
          </p:nvPr>
        </p:nvSpPr>
        <p:spPr>
          <a:ln/>
        </p:spPr>
        <p:txBody>
          <a:bodyPr/>
          <a:lstStyle>
            <a:lvl1pPr>
              <a:defRPr/>
            </a:lvl1pPr>
          </a:lstStyle>
          <a:p>
            <a:pPr>
              <a:defRPr/>
            </a:pPr>
            <a:fld id="{C83178CE-4523-4D5D-A7AC-78E946DE10AD}" type="slidenum">
              <a:rPr lang="es-ES" altLang="es-ES"/>
              <a:pPr>
                <a:defRPr/>
              </a:pPr>
              <a:t>‹Nº›</a:t>
            </a:fld>
            <a:endParaRPr lang="es-ES" altLang="es-ES"/>
          </a:p>
        </p:txBody>
      </p:sp>
    </p:spTree>
    <p:extLst>
      <p:ext uri="{BB962C8B-B14F-4D97-AF65-F5344CB8AC3E}">
        <p14:creationId xmlns:p14="http://schemas.microsoft.com/office/powerpoint/2010/main" val="3622539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D03FAD4-2D50-40E9-9DC0-E1C4C0C0E304}"/>
              </a:ext>
            </a:extLst>
          </p:cNvPr>
          <p:cNvSpPr>
            <a:spLocks noGrp="1" noChangeArrowheads="1"/>
          </p:cNvSpPr>
          <p:nvPr>
            <p:ph type="dt" idx="10"/>
          </p:nvPr>
        </p:nvSpPr>
        <p:spPr>
          <a:ln/>
        </p:spPr>
        <p:txBody>
          <a:bodyPr/>
          <a:lstStyle>
            <a:lvl1pPr>
              <a:defRPr/>
            </a:lvl1pPr>
          </a:lstStyle>
          <a:p>
            <a:pPr>
              <a:defRPr/>
            </a:pPr>
            <a:r>
              <a:rPr lang="es-ES"/>
              <a:t>22/10/12</a:t>
            </a:r>
          </a:p>
        </p:txBody>
      </p:sp>
      <p:sp>
        <p:nvSpPr>
          <p:cNvPr id="3" name="Rectangle 4">
            <a:extLst>
              <a:ext uri="{FF2B5EF4-FFF2-40B4-BE49-F238E27FC236}">
                <a16:creationId xmlns:a16="http://schemas.microsoft.com/office/drawing/2014/main" id="{59994452-8B84-4AAE-9BCC-48C46FB16D36}"/>
              </a:ext>
            </a:extLst>
          </p:cNvPr>
          <p:cNvSpPr>
            <a:spLocks noGrp="1" noChangeArrowheads="1"/>
          </p:cNvSpPr>
          <p:nvPr>
            <p:ph type="sldNum" idx="11"/>
          </p:nvPr>
        </p:nvSpPr>
        <p:spPr>
          <a:ln/>
        </p:spPr>
        <p:txBody>
          <a:bodyPr/>
          <a:lstStyle>
            <a:lvl1pPr>
              <a:defRPr/>
            </a:lvl1pPr>
          </a:lstStyle>
          <a:p>
            <a:pPr>
              <a:defRPr/>
            </a:pPr>
            <a:fld id="{D2B805EA-8E1B-46B9-801B-896A4200568E}" type="slidenum">
              <a:rPr lang="es-ES" altLang="es-ES"/>
              <a:pPr>
                <a:defRPr/>
              </a:pPr>
              <a:t>‹Nº›</a:t>
            </a:fld>
            <a:endParaRPr lang="es-ES" altLang="es-ES"/>
          </a:p>
        </p:txBody>
      </p:sp>
    </p:spTree>
    <p:extLst>
      <p:ext uri="{BB962C8B-B14F-4D97-AF65-F5344CB8AC3E}">
        <p14:creationId xmlns:p14="http://schemas.microsoft.com/office/powerpoint/2010/main" val="2449844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2">
            <a:extLst>
              <a:ext uri="{FF2B5EF4-FFF2-40B4-BE49-F238E27FC236}">
                <a16:creationId xmlns:a16="http://schemas.microsoft.com/office/drawing/2014/main" id="{B66C7F37-20FC-4CFF-8B8D-41AE8AC2722C}"/>
              </a:ext>
            </a:extLst>
          </p:cNvPr>
          <p:cNvSpPr>
            <a:spLocks noGrp="1" noChangeArrowheads="1"/>
          </p:cNvSpPr>
          <p:nvPr>
            <p:ph type="dt" idx="10"/>
          </p:nvPr>
        </p:nvSpPr>
        <p:spPr>
          <a:ln/>
        </p:spPr>
        <p:txBody>
          <a:bodyPr/>
          <a:lstStyle>
            <a:lvl1pPr>
              <a:defRPr/>
            </a:lvl1pPr>
          </a:lstStyle>
          <a:p>
            <a:pPr>
              <a:defRPr/>
            </a:pPr>
            <a:r>
              <a:rPr lang="es-ES"/>
              <a:t>22/10/12</a:t>
            </a:r>
          </a:p>
        </p:txBody>
      </p:sp>
      <p:sp>
        <p:nvSpPr>
          <p:cNvPr id="6" name="Rectangle 4">
            <a:extLst>
              <a:ext uri="{FF2B5EF4-FFF2-40B4-BE49-F238E27FC236}">
                <a16:creationId xmlns:a16="http://schemas.microsoft.com/office/drawing/2014/main" id="{C2945C07-27E1-4F06-B4C6-E66642B1CD07}"/>
              </a:ext>
            </a:extLst>
          </p:cNvPr>
          <p:cNvSpPr>
            <a:spLocks noGrp="1" noChangeArrowheads="1"/>
          </p:cNvSpPr>
          <p:nvPr>
            <p:ph type="sldNum" idx="11"/>
          </p:nvPr>
        </p:nvSpPr>
        <p:spPr>
          <a:ln/>
        </p:spPr>
        <p:txBody>
          <a:bodyPr/>
          <a:lstStyle>
            <a:lvl1pPr>
              <a:defRPr/>
            </a:lvl1pPr>
          </a:lstStyle>
          <a:p>
            <a:pPr>
              <a:defRPr/>
            </a:pPr>
            <a:fld id="{4D512878-A6EF-461B-9B9A-0EA60B2943FF}" type="slidenum">
              <a:rPr lang="es-ES" altLang="es-ES"/>
              <a:pPr>
                <a:defRPr/>
              </a:pPr>
              <a:t>‹Nº›</a:t>
            </a:fld>
            <a:endParaRPr lang="es-ES" altLang="es-ES"/>
          </a:p>
        </p:txBody>
      </p:sp>
    </p:spTree>
    <p:extLst>
      <p:ext uri="{BB962C8B-B14F-4D97-AF65-F5344CB8AC3E}">
        <p14:creationId xmlns:p14="http://schemas.microsoft.com/office/powerpoint/2010/main" val="260248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2">
            <a:extLst>
              <a:ext uri="{FF2B5EF4-FFF2-40B4-BE49-F238E27FC236}">
                <a16:creationId xmlns:a16="http://schemas.microsoft.com/office/drawing/2014/main" id="{535A4748-07E4-4028-A5FF-17D870DA84D7}"/>
              </a:ext>
            </a:extLst>
          </p:cNvPr>
          <p:cNvSpPr>
            <a:spLocks noGrp="1" noChangeArrowheads="1"/>
          </p:cNvSpPr>
          <p:nvPr>
            <p:ph type="dt" idx="10"/>
          </p:nvPr>
        </p:nvSpPr>
        <p:spPr>
          <a:ln/>
        </p:spPr>
        <p:txBody>
          <a:bodyPr/>
          <a:lstStyle>
            <a:lvl1pPr>
              <a:defRPr/>
            </a:lvl1pPr>
          </a:lstStyle>
          <a:p>
            <a:pPr>
              <a:defRPr/>
            </a:pPr>
            <a:r>
              <a:rPr lang="es-ES"/>
              <a:t>22/10/12</a:t>
            </a:r>
          </a:p>
        </p:txBody>
      </p:sp>
      <p:sp>
        <p:nvSpPr>
          <p:cNvPr id="6" name="Rectangle 4">
            <a:extLst>
              <a:ext uri="{FF2B5EF4-FFF2-40B4-BE49-F238E27FC236}">
                <a16:creationId xmlns:a16="http://schemas.microsoft.com/office/drawing/2014/main" id="{EB933FFA-3C8F-430D-A3DB-1AC2F152CAAC}"/>
              </a:ext>
            </a:extLst>
          </p:cNvPr>
          <p:cNvSpPr>
            <a:spLocks noGrp="1" noChangeArrowheads="1"/>
          </p:cNvSpPr>
          <p:nvPr>
            <p:ph type="sldNum" idx="11"/>
          </p:nvPr>
        </p:nvSpPr>
        <p:spPr>
          <a:ln/>
        </p:spPr>
        <p:txBody>
          <a:bodyPr/>
          <a:lstStyle>
            <a:lvl1pPr>
              <a:defRPr/>
            </a:lvl1pPr>
          </a:lstStyle>
          <a:p>
            <a:pPr>
              <a:defRPr/>
            </a:pPr>
            <a:fld id="{9076B613-ABC2-49EF-888C-249DE7F23131}" type="slidenum">
              <a:rPr lang="es-ES" altLang="es-ES"/>
              <a:pPr>
                <a:defRPr/>
              </a:pPr>
              <a:t>‹Nº›</a:t>
            </a:fld>
            <a:endParaRPr lang="es-ES" altLang="es-ES"/>
          </a:p>
        </p:txBody>
      </p:sp>
    </p:spTree>
    <p:extLst>
      <p:ext uri="{BB962C8B-B14F-4D97-AF65-F5344CB8AC3E}">
        <p14:creationId xmlns:p14="http://schemas.microsoft.com/office/powerpoint/2010/main" val="699595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2">
            <a:extLst>
              <a:ext uri="{FF2B5EF4-FFF2-40B4-BE49-F238E27FC236}">
                <a16:creationId xmlns:a16="http://schemas.microsoft.com/office/drawing/2014/main" id="{821FA8BA-C138-455E-9301-876A8FED4046}"/>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4">
            <a:extLst>
              <a:ext uri="{FF2B5EF4-FFF2-40B4-BE49-F238E27FC236}">
                <a16:creationId xmlns:a16="http://schemas.microsoft.com/office/drawing/2014/main" id="{A2D50981-B97F-4B9E-8613-537185161C3B}"/>
              </a:ext>
            </a:extLst>
          </p:cNvPr>
          <p:cNvSpPr>
            <a:spLocks noGrp="1" noChangeArrowheads="1"/>
          </p:cNvSpPr>
          <p:nvPr>
            <p:ph type="sldNum" idx="11"/>
          </p:nvPr>
        </p:nvSpPr>
        <p:spPr>
          <a:ln/>
        </p:spPr>
        <p:txBody>
          <a:bodyPr/>
          <a:lstStyle>
            <a:lvl1pPr>
              <a:defRPr/>
            </a:lvl1pPr>
          </a:lstStyle>
          <a:p>
            <a:pPr>
              <a:defRPr/>
            </a:pPr>
            <a:fld id="{9C4FC330-6444-4BED-955C-CA9B682839DF}" type="slidenum">
              <a:rPr lang="es-ES" altLang="es-ES"/>
              <a:pPr>
                <a:defRPr/>
              </a:pPr>
              <a:t>‹Nº›</a:t>
            </a:fld>
            <a:endParaRPr lang="es-ES" altLang="es-ES"/>
          </a:p>
        </p:txBody>
      </p:sp>
    </p:spTree>
    <p:extLst>
      <p:ext uri="{BB962C8B-B14F-4D97-AF65-F5344CB8AC3E}">
        <p14:creationId xmlns:p14="http://schemas.microsoft.com/office/powerpoint/2010/main" val="3335996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1604963"/>
            <a:ext cx="2055813" cy="452437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1604963"/>
            <a:ext cx="6019800" cy="452437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2">
            <a:extLst>
              <a:ext uri="{FF2B5EF4-FFF2-40B4-BE49-F238E27FC236}">
                <a16:creationId xmlns:a16="http://schemas.microsoft.com/office/drawing/2014/main" id="{84E78F10-22A5-4A1C-82C2-0780886C9E04}"/>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4">
            <a:extLst>
              <a:ext uri="{FF2B5EF4-FFF2-40B4-BE49-F238E27FC236}">
                <a16:creationId xmlns:a16="http://schemas.microsoft.com/office/drawing/2014/main" id="{867F9181-110B-46E4-9550-D492DA3A1BBF}"/>
              </a:ext>
            </a:extLst>
          </p:cNvPr>
          <p:cNvSpPr>
            <a:spLocks noGrp="1" noChangeArrowheads="1"/>
          </p:cNvSpPr>
          <p:nvPr>
            <p:ph type="sldNum" idx="11"/>
          </p:nvPr>
        </p:nvSpPr>
        <p:spPr>
          <a:ln/>
        </p:spPr>
        <p:txBody>
          <a:bodyPr/>
          <a:lstStyle>
            <a:lvl1pPr>
              <a:defRPr/>
            </a:lvl1pPr>
          </a:lstStyle>
          <a:p>
            <a:pPr>
              <a:defRPr/>
            </a:pPr>
            <a:fld id="{A08BCC2B-0E92-464C-881E-6EC6018DE025}" type="slidenum">
              <a:rPr lang="es-ES" altLang="es-ES"/>
              <a:pPr>
                <a:defRPr/>
              </a:pPr>
              <a:t>‹Nº›</a:t>
            </a:fld>
            <a:endParaRPr lang="es-ES" altLang="es-ES"/>
          </a:p>
        </p:txBody>
      </p:sp>
    </p:spTree>
    <p:extLst>
      <p:ext uri="{BB962C8B-B14F-4D97-AF65-F5344CB8AC3E}">
        <p14:creationId xmlns:p14="http://schemas.microsoft.com/office/powerpoint/2010/main" val="21300370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a:xfrm>
            <a:off x="685800" y="2130425"/>
            <a:ext cx="7770813" cy="1468438"/>
          </a:xfrm>
        </p:spPr>
        <p:txBody>
          <a:bodyPr/>
          <a:lstStyle/>
          <a:p>
            <a:r>
              <a:rPr lang="es-ES"/>
              <a:t>Haga clic para modificar el estilo de título del patrón</a:t>
            </a:r>
          </a:p>
        </p:txBody>
      </p:sp>
      <p:sp>
        <p:nvSpPr>
          <p:cNvPr id="3" name="Rectangle 2">
            <a:extLst>
              <a:ext uri="{FF2B5EF4-FFF2-40B4-BE49-F238E27FC236}">
                <a16:creationId xmlns:a16="http://schemas.microsoft.com/office/drawing/2014/main" id="{5CC56006-A70F-4557-83F0-FCC877C3AA86}"/>
              </a:ext>
            </a:extLst>
          </p:cNvPr>
          <p:cNvSpPr>
            <a:spLocks noGrp="1" noChangeArrowheads="1"/>
          </p:cNvSpPr>
          <p:nvPr>
            <p:ph type="dt" idx="10"/>
          </p:nvPr>
        </p:nvSpPr>
        <p:spPr>
          <a:ln/>
        </p:spPr>
        <p:txBody>
          <a:bodyPr/>
          <a:lstStyle>
            <a:lvl1pPr>
              <a:defRPr/>
            </a:lvl1pPr>
          </a:lstStyle>
          <a:p>
            <a:pPr>
              <a:defRPr/>
            </a:pPr>
            <a:r>
              <a:rPr lang="es-ES"/>
              <a:t>22/10/12</a:t>
            </a:r>
          </a:p>
        </p:txBody>
      </p:sp>
      <p:sp>
        <p:nvSpPr>
          <p:cNvPr id="4" name="Rectangle 4">
            <a:extLst>
              <a:ext uri="{FF2B5EF4-FFF2-40B4-BE49-F238E27FC236}">
                <a16:creationId xmlns:a16="http://schemas.microsoft.com/office/drawing/2014/main" id="{51D0F37C-8E14-4B66-980C-1E0E30E7058C}"/>
              </a:ext>
            </a:extLst>
          </p:cNvPr>
          <p:cNvSpPr>
            <a:spLocks noGrp="1" noChangeArrowheads="1"/>
          </p:cNvSpPr>
          <p:nvPr>
            <p:ph type="sldNum" idx="11"/>
          </p:nvPr>
        </p:nvSpPr>
        <p:spPr>
          <a:ln/>
        </p:spPr>
        <p:txBody>
          <a:bodyPr/>
          <a:lstStyle>
            <a:lvl1pPr>
              <a:defRPr/>
            </a:lvl1pPr>
          </a:lstStyle>
          <a:p>
            <a:pPr>
              <a:defRPr/>
            </a:pPr>
            <a:fld id="{E08BFF68-B4E3-4A35-9E6D-297E4DEDB852}" type="slidenum">
              <a:rPr lang="es-ES" altLang="es-ES"/>
              <a:pPr>
                <a:defRPr/>
              </a:pPr>
              <a:t>‹Nº›</a:t>
            </a:fld>
            <a:endParaRPr lang="es-ES" altLang="es-ES"/>
          </a:p>
        </p:txBody>
      </p:sp>
    </p:spTree>
    <p:extLst>
      <p:ext uri="{BB962C8B-B14F-4D97-AF65-F5344CB8AC3E}">
        <p14:creationId xmlns:p14="http://schemas.microsoft.com/office/powerpoint/2010/main" val="33083259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p>
        </p:txBody>
      </p:sp>
      <p:sp>
        <p:nvSpPr>
          <p:cNvPr id="4" name="Rectangle 3">
            <a:extLst>
              <a:ext uri="{FF2B5EF4-FFF2-40B4-BE49-F238E27FC236}">
                <a16:creationId xmlns:a16="http://schemas.microsoft.com/office/drawing/2014/main" id="{13292AB7-E18E-4C24-ADBE-A9E3662B1E0C}"/>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5">
            <a:extLst>
              <a:ext uri="{FF2B5EF4-FFF2-40B4-BE49-F238E27FC236}">
                <a16:creationId xmlns:a16="http://schemas.microsoft.com/office/drawing/2014/main" id="{3BAD164D-705A-421B-B2B8-2876F4D97E4A}"/>
              </a:ext>
            </a:extLst>
          </p:cNvPr>
          <p:cNvSpPr>
            <a:spLocks noGrp="1" noChangeArrowheads="1"/>
          </p:cNvSpPr>
          <p:nvPr>
            <p:ph type="sldNum" idx="11"/>
          </p:nvPr>
        </p:nvSpPr>
        <p:spPr>
          <a:ln/>
        </p:spPr>
        <p:txBody>
          <a:bodyPr/>
          <a:lstStyle>
            <a:lvl1pPr>
              <a:defRPr/>
            </a:lvl1pPr>
          </a:lstStyle>
          <a:p>
            <a:pPr>
              <a:defRPr/>
            </a:pPr>
            <a:fld id="{5E23AF08-DBC0-4243-9F2C-029DA29FAEF5}" type="slidenum">
              <a:rPr lang="es-ES" altLang="es-ES"/>
              <a:pPr>
                <a:defRPr/>
              </a:pPr>
              <a:t>‹Nº›</a:t>
            </a:fld>
            <a:endParaRPr lang="es-ES" altLang="es-ES"/>
          </a:p>
        </p:txBody>
      </p:sp>
    </p:spTree>
    <p:extLst>
      <p:ext uri="{BB962C8B-B14F-4D97-AF65-F5344CB8AC3E}">
        <p14:creationId xmlns:p14="http://schemas.microsoft.com/office/powerpoint/2010/main" val="13812957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3">
            <a:extLst>
              <a:ext uri="{FF2B5EF4-FFF2-40B4-BE49-F238E27FC236}">
                <a16:creationId xmlns:a16="http://schemas.microsoft.com/office/drawing/2014/main" id="{F7162ED7-8C16-473B-B290-3B89F4E2B29F}"/>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5">
            <a:extLst>
              <a:ext uri="{FF2B5EF4-FFF2-40B4-BE49-F238E27FC236}">
                <a16:creationId xmlns:a16="http://schemas.microsoft.com/office/drawing/2014/main" id="{ABE7B928-E5B1-4A69-AB62-E5643B47F852}"/>
              </a:ext>
            </a:extLst>
          </p:cNvPr>
          <p:cNvSpPr>
            <a:spLocks noGrp="1" noChangeArrowheads="1"/>
          </p:cNvSpPr>
          <p:nvPr>
            <p:ph type="sldNum" idx="11"/>
          </p:nvPr>
        </p:nvSpPr>
        <p:spPr>
          <a:ln/>
        </p:spPr>
        <p:txBody>
          <a:bodyPr/>
          <a:lstStyle>
            <a:lvl1pPr>
              <a:defRPr/>
            </a:lvl1pPr>
          </a:lstStyle>
          <a:p>
            <a:pPr>
              <a:defRPr/>
            </a:pPr>
            <a:fld id="{347B632E-C8CC-40FA-BC1D-F62D1BDA4F1C}" type="slidenum">
              <a:rPr lang="es-ES" altLang="es-ES"/>
              <a:pPr>
                <a:defRPr/>
              </a:pPr>
              <a:t>‹Nº›</a:t>
            </a:fld>
            <a:endParaRPr lang="es-ES" altLang="es-ES"/>
          </a:p>
        </p:txBody>
      </p:sp>
    </p:spTree>
    <p:extLst>
      <p:ext uri="{BB962C8B-B14F-4D97-AF65-F5344CB8AC3E}">
        <p14:creationId xmlns:p14="http://schemas.microsoft.com/office/powerpoint/2010/main" val="2962916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3">
            <a:extLst>
              <a:ext uri="{FF2B5EF4-FFF2-40B4-BE49-F238E27FC236}">
                <a16:creationId xmlns:a16="http://schemas.microsoft.com/office/drawing/2014/main" id="{B5E73F8D-29D3-4DA2-B6BD-7C6604706B95}"/>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5">
            <a:extLst>
              <a:ext uri="{FF2B5EF4-FFF2-40B4-BE49-F238E27FC236}">
                <a16:creationId xmlns:a16="http://schemas.microsoft.com/office/drawing/2014/main" id="{F872A6CD-287B-4D68-B0BF-B2B270D22C26}"/>
              </a:ext>
            </a:extLst>
          </p:cNvPr>
          <p:cNvSpPr>
            <a:spLocks noGrp="1" noChangeArrowheads="1"/>
          </p:cNvSpPr>
          <p:nvPr>
            <p:ph type="sldNum" idx="11"/>
          </p:nvPr>
        </p:nvSpPr>
        <p:spPr>
          <a:ln/>
        </p:spPr>
        <p:txBody>
          <a:bodyPr/>
          <a:lstStyle>
            <a:lvl1pPr>
              <a:defRPr/>
            </a:lvl1pPr>
          </a:lstStyle>
          <a:p>
            <a:pPr>
              <a:defRPr/>
            </a:pPr>
            <a:fld id="{A52706A2-ACB7-43F8-AC34-1934E9BCDC4E}" type="slidenum">
              <a:rPr lang="es-ES" altLang="es-ES"/>
              <a:pPr>
                <a:defRPr/>
              </a:pPr>
              <a:t>‹Nº›</a:t>
            </a:fld>
            <a:endParaRPr lang="es-ES" altLang="es-ES"/>
          </a:p>
        </p:txBody>
      </p:sp>
    </p:spTree>
    <p:extLst>
      <p:ext uri="{BB962C8B-B14F-4D97-AF65-F5344CB8AC3E}">
        <p14:creationId xmlns:p14="http://schemas.microsoft.com/office/powerpoint/2010/main" val="34956885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7013"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6613" y="1600200"/>
            <a:ext cx="4038600"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Rectangle 3">
            <a:extLst>
              <a:ext uri="{FF2B5EF4-FFF2-40B4-BE49-F238E27FC236}">
                <a16:creationId xmlns:a16="http://schemas.microsoft.com/office/drawing/2014/main" id="{CDA5BB59-2FED-418C-86C6-90F048126A05}"/>
              </a:ext>
            </a:extLst>
          </p:cNvPr>
          <p:cNvSpPr>
            <a:spLocks noGrp="1" noChangeArrowheads="1"/>
          </p:cNvSpPr>
          <p:nvPr>
            <p:ph type="dt" idx="10"/>
          </p:nvPr>
        </p:nvSpPr>
        <p:spPr>
          <a:ln/>
        </p:spPr>
        <p:txBody>
          <a:bodyPr/>
          <a:lstStyle>
            <a:lvl1pPr>
              <a:defRPr/>
            </a:lvl1pPr>
          </a:lstStyle>
          <a:p>
            <a:pPr>
              <a:defRPr/>
            </a:pPr>
            <a:r>
              <a:rPr lang="es-ES"/>
              <a:t>22/10/12</a:t>
            </a:r>
          </a:p>
        </p:txBody>
      </p:sp>
      <p:sp>
        <p:nvSpPr>
          <p:cNvPr id="6" name="Rectangle 5">
            <a:extLst>
              <a:ext uri="{FF2B5EF4-FFF2-40B4-BE49-F238E27FC236}">
                <a16:creationId xmlns:a16="http://schemas.microsoft.com/office/drawing/2014/main" id="{0315E343-7193-4F1A-A710-A3A918EC2921}"/>
              </a:ext>
            </a:extLst>
          </p:cNvPr>
          <p:cNvSpPr>
            <a:spLocks noGrp="1" noChangeArrowheads="1"/>
          </p:cNvSpPr>
          <p:nvPr>
            <p:ph type="sldNum" idx="11"/>
          </p:nvPr>
        </p:nvSpPr>
        <p:spPr>
          <a:ln/>
        </p:spPr>
        <p:txBody>
          <a:bodyPr/>
          <a:lstStyle>
            <a:lvl1pPr>
              <a:defRPr/>
            </a:lvl1pPr>
          </a:lstStyle>
          <a:p>
            <a:pPr>
              <a:defRPr/>
            </a:pPr>
            <a:fld id="{BE23FB66-5CD3-497A-BB8B-4E68E23E7B1E}" type="slidenum">
              <a:rPr lang="es-ES" altLang="es-ES"/>
              <a:pPr>
                <a:defRPr/>
              </a:pPr>
              <a:t>‹Nº›</a:t>
            </a:fld>
            <a:endParaRPr lang="es-ES" altLang="es-ES"/>
          </a:p>
        </p:txBody>
      </p:sp>
    </p:spTree>
    <p:extLst>
      <p:ext uri="{BB962C8B-B14F-4D97-AF65-F5344CB8AC3E}">
        <p14:creationId xmlns:p14="http://schemas.microsoft.com/office/powerpoint/2010/main" val="10783459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Rectangle 3">
            <a:extLst>
              <a:ext uri="{FF2B5EF4-FFF2-40B4-BE49-F238E27FC236}">
                <a16:creationId xmlns:a16="http://schemas.microsoft.com/office/drawing/2014/main" id="{17B8E424-8B22-4821-A008-7994D73458E7}"/>
              </a:ext>
            </a:extLst>
          </p:cNvPr>
          <p:cNvSpPr>
            <a:spLocks noGrp="1" noChangeArrowheads="1"/>
          </p:cNvSpPr>
          <p:nvPr>
            <p:ph type="dt" idx="10"/>
          </p:nvPr>
        </p:nvSpPr>
        <p:spPr>
          <a:ln/>
        </p:spPr>
        <p:txBody>
          <a:bodyPr/>
          <a:lstStyle>
            <a:lvl1pPr>
              <a:defRPr/>
            </a:lvl1pPr>
          </a:lstStyle>
          <a:p>
            <a:pPr>
              <a:defRPr/>
            </a:pPr>
            <a:r>
              <a:rPr lang="es-ES"/>
              <a:t>22/10/12</a:t>
            </a:r>
          </a:p>
        </p:txBody>
      </p:sp>
      <p:sp>
        <p:nvSpPr>
          <p:cNvPr id="8" name="Rectangle 5">
            <a:extLst>
              <a:ext uri="{FF2B5EF4-FFF2-40B4-BE49-F238E27FC236}">
                <a16:creationId xmlns:a16="http://schemas.microsoft.com/office/drawing/2014/main" id="{A92C5CFF-DA9F-4470-8645-2739F3773B6A}"/>
              </a:ext>
            </a:extLst>
          </p:cNvPr>
          <p:cNvSpPr>
            <a:spLocks noGrp="1" noChangeArrowheads="1"/>
          </p:cNvSpPr>
          <p:nvPr>
            <p:ph type="sldNum" idx="11"/>
          </p:nvPr>
        </p:nvSpPr>
        <p:spPr>
          <a:ln/>
        </p:spPr>
        <p:txBody>
          <a:bodyPr/>
          <a:lstStyle>
            <a:lvl1pPr>
              <a:defRPr/>
            </a:lvl1pPr>
          </a:lstStyle>
          <a:p>
            <a:pPr>
              <a:defRPr/>
            </a:pPr>
            <a:fld id="{5825B2B3-DDC8-4E9A-AC90-FD2C96D81E31}" type="slidenum">
              <a:rPr lang="es-ES" altLang="es-ES"/>
              <a:pPr>
                <a:defRPr/>
              </a:pPr>
              <a:t>‹Nº›</a:t>
            </a:fld>
            <a:endParaRPr lang="es-ES" altLang="es-ES"/>
          </a:p>
        </p:txBody>
      </p:sp>
    </p:spTree>
    <p:extLst>
      <p:ext uri="{BB962C8B-B14F-4D97-AF65-F5344CB8AC3E}">
        <p14:creationId xmlns:p14="http://schemas.microsoft.com/office/powerpoint/2010/main" val="5958294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Rectangle 3">
            <a:extLst>
              <a:ext uri="{FF2B5EF4-FFF2-40B4-BE49-F238E27FC236}">
                <a16:creationId xmlns:a16="http://schemas.microsoft.com/office/drawing/2014/main" id="{6DA2AA6E-6C36-4639-AC16-B0A626890070}"/>
              </a:ext>
            </a:extLst>
          </p:cNvPr>
          <p:cNvSpPr>
            <a:spLocks noGrp="1" noChangeArrowheads="1"/>
          </p:cNvSpPr>
          <p:nvPr>
            <p:ph type="dt" idx="10"/>
          </p:nvPr>
        </p:nvSpPr>
        <p:spPr>
          <a:ln/>
        </p:spPr>
        <p:txBody>
          <a:bodyPr/>
          <a:lstStyle>
            <a:lvl1pPr>
              <a:defRPr/>
            </a:lvl1pPr>
          </a:lstStyle>
          <a:p>
            <a:pPr>
              <a:defRPr/>
            </a:pPr>
            <a:r>
              <a:rPr lang="es-ES"/>
              <a:t>22/10/12</a:t>
            </a:r>
          </a:p>
        </p:txBody>
      </p:sp>
      <p:sp>
        <p:nvSpPr>
          <p:cNvPr id="4" name="Rectangle 5">
            <a:extLst>
              <a:ext uri="{FF2B5EF4-FFF2-40B4-BE49-F238E27FC236}">
                <a16:creationId xmlns:a16="http://schemas.microsoft.com/office/drawing/2014/main" id="{9CD46808-BD37-409F-A36D-1B3CD07E7AE6}"/>
              </a:ext>
            </a:extLst>
          </p:cNvPr>
          <p:cNvSpPr>
            <a:spLocks noGrp="1" noChangeArrowheads="1"/>
          </p:cNvSpPr>
          <p:nvPr>
            <p:ph type="sldNum" idx="11"/>
          </p:nvPr>
        </p:nvSpPr>
        <p:spPr>
          <a:ln/>
        </p:spPr>
        <p:txBody>
          <a:bodyPr/>
          <a:lstStyle>
            <a:lvl1pPr>
              <a:defRPr/>
            </a:lvl1pPr>
          </a:lstStyle>
          <a:p>
            <a:pPr>
              <a:defRPr/>
            </a:pPr>
            <a:fld id="{DE70DAE2-BB5B-4448-9C03-B22E7D24C6C0}" type="slidenum">
              <a:rPr lang="es-ES" altLang="es-ES"/>
              <a:pPr>
                <a:defRPr/>
              </a:pPr>
              <a:t>‹Nº›</a:t>
            </a:fld>
            <a:endParaRPr lang="es-ES" altLang="es-ES"/>
          </a:p>
        </p:txBody>
      </p:sp>
    </p:spTree>
    <p:extLst>
      <p:ext uri="{BB962C8B-B14F-4D97-AF65-F5344CB8AC3E}">
        <p14:creationId xmlns:p14="http://schemas.microsoft.com/office/powerpoint/2010/main" val="7058511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039B31FD-7FE4-43D8-A772-3AEC6EE9CD1B}"/>
              </a:ext>
            </a:extLst>
          </p:cNvPr>
          <p:cNvSpPr>
            <a:spLocks noGrp="1" noChangeArrowheads="1"/>
          </p:cNvSpPr>
          <p:nvPr>
            <p:ph type="dt" idx="10"/>
          </p:nvPr>
        </p:nvSpPr>
        <p:spPr>
          <a:ln/>
        </p:spPr>
        <p:txBody>
          <a:bodyPr/>
          <a:lstStyle>
            <a:lvl1pPr>
              <a:defRPr/>
            </a:lvl1pPr>
          </a:lstStyle>
          <a:p>
            <a:pPr>
              <a:defRPr/>
            </a:pPr>
            <a:r>
              <a:rPr lang="es-ES"/>
              <a:t>22/10/12</a:t>
            </a:r>
          </a:p>
        </p:txBody>
      </p:sp>
      <p:sp>
        <p:nvSpPr>
          <p:cNvPr id="3" name="Rectangle 5">
            <a:extLst>
              <a:ext uri="{FF2B5EF4-FFF2-40B4-BE49-F238E27FC236}">
                <a16:creationId xmlns:a16="http://schemas.microsoft.com/office/drawing/2014/main" id="{F895709D-A1FE-4A9B-8942-BA9C10F4DE6C}"/>
              </a:ext>
            </a:extLst>
          </p:cNvPr>
          <p:cNvSpPr>
            <a:spLocks noGrp="1" noChangeArrowheads="1"/>
          </p:cNvSpPr>
          <p:nvPr>
            <p:ph type="sldNum" idx="11"/>
          </p:nvPr>
        </p:nvSpPr>
        <p:spPr>
          <a:ln/>
        </p:spPr>
        <p:txBody>
          <a:bodyPr/>
          <a:lstStyle>
            <a:lvl1pPr>
              <a:defRPr/>
            </a:lvl1pPr>
          </a:lstStyle>
          <a:p>
            <a:pPr>
              <a:defRPr/>
            </a:pPr>
            <a:fld id="{32C4F78B-5C85-4C81-B793-9960F60CE86D}" type="slidenum">
              <a:rPr lang="es-ES" altLang="es-ES"/>
              <a:pPr>
                <a:defRPr/>
              </a:pPr>
              <a:t>‹Nº›</a:t>
            </a:fld>
            <a:endParaRPr lang="es-ES" altLang="es-ES"/>
          </a:p>
        </p:txBody>
      </p:sp>
    </p:spTree>
    <p:extLst>
      <p:ext uri="{BB962C8B-B14F-4D97-AF65-F5344CB8AC3E}">
        <p14:creationId xmlns:p14="http://schemas.microsoft.com/office/powerpoint/2010/main" val="30644167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3">
            <a:extLst>
              <a:ext uri="{FF2B5EF4-FFF2-40B4-BE49-F238E27FC236}">
                <a16:creationId xmlns:a16="http://schemas.microsoft.com/office/drawing/2014/main" id="{DF18FA43-BEAA-4A79-9DBA-F67AA83A9D02}"/>
              </a:ext>
            </a:extLst>
          </p:cNvPr>
          <p:cNvSpPr>
            <a:spLocks noGrp="1" noChangeArrowheads="1"/>
          </p:cNvSpPr>
          <p:nvPr>
            <p:ph type="dt" idx="10"/>
          </p:nvPr>
        </p:nvSpPr>
        <p:spPr>
          <a:ln/>
        </p:spPr>
        <p:txBody>
          <a:bodyPr/>
          <a:lstStyle>
            <a:lvl1pPr>
              <a:defRPr/>
            </a:lvl1pPr>
          </a:lstStyle>
          <a:p>
            <a:pPr>
              <a:defRPr/>
            </a:pPr>
            <a:r>
              <a:rPr lang="es-ES"/>
              <a:t>22/10/12</a:t>
            </a:r>
          </a:p>
        </p:txBody>
      </p:sp>
      <p:sp>
        <p:nvSpPr>
          <p:cNvPr id="6" name="Rectangle 5">
            <a:extLst>
              <a:ext uri="{FF2B5EF4-FFF2-40B4-BE49-F238E27FC236}">
                <a16:creationId xmlns:a16="http://schemas.microsoft.com/office/drawing/2014/main" id="{6BE37310-6BC1-41FC-983C-F0D09BEF082B}"/>
              </a:ext>
            </a:extLst>
          </p:cNvPr>
          <p:cNvSpPr>
            <a:spLocks noGrp="1" noChangeArrowheads="1"/>
          </p:cNvSpPr>
          <p:nvPr>
            <p:ph type="sldNum" idx="11"/>
          </p:nvPr>
        </p:nvSpPr>
        <p:spPr>
          <a:ln/>
        </p:spPr>
        <p:txBody>
          <a:bodyPr/>
          <a:lstStyle>
            <a:lvl1pPr>
              <a:defRPr/>
            </a:lvl1pPr>
          </a:lstStyle>
          <a:p>
            <a:pPr>
              <a:defRPr/>
            </a:pPr>
            <a:fld id="{82EF0FAF-07F4-4D42-9A2B-1D0BB3786816}" type="slidenum">
              <a:rPr lang="es-ES" altLang="es-ES"/>
              <a:pPr>
                <a:defRPr/>
              </a:pPr>
              <a:t>‹Nº›</a:t>
            </a:fld>
            <a:endParaRPr lang="es-ES" altLang="es-ES"/>
          </a:p>
        </p:txBody>
      </p:sp>
    </p:spTree>
    <p:extLst>
      <p:ext uri="{BB962C8B-B14F-4D97-AF65-F5344CB8AC3E}">
        <p14:creationId xmlns:p14="http://schemas.microsoft.com/office/powerpoint/2010/main" val="21764365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3">
            <a:extLst>
              <a:ext uri="{FF2B5EF4-FFF2-40B4-BE49-F238E27FC236}">
                <a16:creationId xmlns:a16="http://schemas.microsoft.com/office/drawing/2014/main" id="{57C5C132-6DBA-4DE2-BC3D-A973348E50E1}"/>
              </a:ext>
            </a:extLst>
          </p:cNvPr>
          <p:cNvSpPr>
            <a:spLocks noGrp="1" noChangeArrowheads="1"/>
          </p:cNvSpPr>
          <p:nvPr>
            <p:ph type="dt" idx="10"/>
          </p:nvPr>
        </p:nvSpPr>
        <p:spPr>
          <a:ln/>
        </p:spPr>
        <p:txBody>
          <a:bodyPr/>
          <a:lstStyle>
            <a:lvl1pPr>
              <a:defRPr/>
            </a:lvl1pPr>
          </a:lstStyle>
          <a:p>
            <a:pPr>
              <a:defRPr/>
            </a:pPr>
            <a:r>
              <a:rPr lang="es-ES"/>
              <a:t>22/10/12</a:t>
            </a:r>
          </a:p>
        </p:txBody>
      </p:sp>
      <p:sp>
        <p:nvSpPr>
          <p:cNvPr id="6" name="Rectangle 5">
            <a:extLst>
              <a:ext uri="{FF2B5EF4-FFF2-40B4-BE49-F238E27FC236}">
                <a16:creationId xmlns:a16="http://schemas.microsoft.com/office/drawing/2014/main" id="{E58B0146-E42F-4355-92DD-085C23C84EC0}"/>
              </a:ext>
            </a:extLst>
          </p:cNvPr>
          <p:cNvSpPr>
            <a:spLocks noGrp="1" noChangeArrowheads="1"/>
          </p:cNvSpPr>
          <p:nvPr>
            <p:ph type="sldNum" idx="11"/>
          </p:nvPr>
        </p:nvSpPr>
        <p:spPr>
          <a:ln/>
        </p:spPr>
        <p:txBody>
          <a:bodyPr/>
          <a:lstStyle>
            <a:lvl1pPr>
              <a:defRPr/>
            </a:lvl1pPr>
          </a:lstStyle>
          <a:p>
            <a:pPr>
              <a:defRPr/>
            </a:pPr>
            <a:fld id="{3D6743CA-D118-46F2-A3D6-E78CD7C8D338}" type="slidenum">
              <a:rPr lang="es-ES" altLang="es-ES"/>
              <a:pPr>
                <a:defRPr/>
              </a:pPr>
              <a:t>‹Nº›</a:t>
            </a:fld>
            <a:endParaRPr lang="es-ES" altLang="es-ES"/>
          </a:p>
        </p:txBody>
      </p:sp>
    </p:spTree>
    <p:extLst>
      <p:ext uri="{BB962C8B-B14F-4D97-AF65-F5344CB8AC3E}">
        <p14:creationId xmlns:p14="http://schemas.microsoft.com/office/powerpoint/2010/main" val="30674359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3">
            <a:extLst>
              <a:ext uri="{FF2B5EF4-FFF2-40B4-BE49-F238E27FC236}">
                <a16:creationId xmlns:a16="http://schemas.microsoft.com/office/drawing/2014/main" id="{666D5BC2-26CC-4360-81A6-69138220ADDB}"/>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5">
            <a:extLst>
              <a:ext uri="{FF2B5EF4-FFF2-40B4-BE49-F238E27FC236}">
                <a16:creationId xmlns:a16="http://schemas.microsoft.com/office/drawing/2014/main" id="{E6AEA7E9-F121-441A-BE05-6ECEF08F6677}"/>
              </a:ext>
            </a:extLst>
          </p:cNvPr>
          <p:cNvSpPr>
            <a:spLocks noGrp="1" noChangeArrowheads="1"/>
          </p:cNvSpPr>
          <p:nvPr>
            <p:ph type="sldNum" idx="11"/>
          </p:nvPr>
        </p:nvSpPr>
        <p:spPr>
          <a:ln/>
        </p:spPr>
        <p:txBody>
          <a:bodyPr/>
          <a:lstStyle>
            <a:lvl1pPr>
              <a:defRPr/>
            </a:lvl1pPr>
          </a:lstStyle>
          <a:p>
            <a:pPr>
              <a:defRPr/>
            </a:pPr>
            <a:fld id="{352457B9-B726-443E-8736-29E8017F51EF}" type="slidenum">
              <a:rPr lang="es-ES" altLang="es-ES"/>
              <a:pPr>
                <a:defRPr/>
              </a:pPr>
              <a:t>‹Nº›</a:t>
            </a:fld>
            <a:endParaRPr lang="es-ES" altLang="es-ES"/>
          </a:p>
        </p:txBody>
      </p:sp>
    </p:spTree>
    <p:extLst>
      <p:ext uri="{BB962C8B-B14F-4D97-AF65-F5344CB8AC3E}">
        <p14:creationId xmlns:p14="http://schemas.microsoft.com/office/powerpoint/2010/main" val="38543096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5813" cy="5849937"/>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49937"/>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3">
            <a:extLst>
              <a:ext uri="{FF2B5EF4-FFF2-40B4-BE49-F238E27FC236}">
                <a16:creationId xmlns:a16="http://schemas.microsoft.com/office/drawing/2014/main" id="{B99C8B8C-BD8E-40ED-A033-5D1DA2D3DF71}"/>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5">
            <a:extLst>
              <a:ext uri="{FF2B5EF4-FFF2-40B4-BE49-F238E27FC236}">
                <a16:creationId xmlns:a16="http://schemas.microsoft.com/office/drawing/2014/main" id="{5C37DACA-AB11-4D13-A408-B1CB61E6665A}"/>
              </a:ext>
            </a:extLst>
          </p:cNvPr>
          <p:cNvSpPr>
            <a:spLocks noGrp="1" noChangeArrowheads="1"/>
          </p:cNvSpPr>
          <p:nvPr>
            <p:ph type="sldNum" idx="11"/>
          </p:nvPr>
        </p:nvSpPr>
        <p:spPr>
          <a:ln/>
        </p:spPr>
        <p:txBody>
          <a:bodyPr/>
          <a:lstStyle>
            <a:lvl1pPr>
              <a:defRPr/>
            </a:lvl1pPr>
          </a:lstStyle>
          <a:p>
            <a:pPr>
              <a:defRPr/>
            </a:pPr>
            <a:fld id="{850708ED-D7C4-4023-9ECA-57F5AF6628B2}" type="slidenum">
              <a:rPr lang="es-ES" altLang="es-ES"/>
              <a:pPr>
                <a:defRPr/>
              </a:pPr>
              <a:t>‹Nº›</a:t>
            </a:fld>
            <a:endParaRPr lang="es-ES" altLang="es-ES"/>
          </a:p>
        </p:txBody>
      </p:sp>
    </p:spTree>
    <p:extLst>
      <p:ext uri="{BB962C8B-B14F-4D97-AF65-F5344CB8AC3E}">
        <p14:creationId xmlns:p14="http://schemas.microsoft.com/office/powerpoint/2010/main" val="4102276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a:extLst>
              <a:ext uri="{FF2B5EF4-FFF2-40B4-BE49-F238E27FC236}">
                <a16:creationId xmlns:a16="http://schemas.microsoft.com/office/drawing/2014/main" id="{244937A9-0508-4C80-B336-0C16BCD0D950}"/>
              </a:ext>
            </a:extLst>
          </p:cNvPr>
          <p:cNvSpPr>
            <a:spLocks noGrp="1" noChangeArrowheads="1"/>
          </p:cNvSpPr>
          <p:nvPr>
            <p:ph type="title"/>
          </p:nvPr>
        </p:nvSpPr>
        <p:spPr bwMode="auto">
          <a:xfrm>
            <a:off x="685800" y="2130425"/>
            <a:ext cx="7770813" cy="146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5000" rIns="90000" bIns="45000" numCol="1" anchor="t" anchorCtr="0" compatLnSpc="1">
            <a:prstTxWarp prst="textNoShape">
              <a:avLst/>
            </a:prstTxWarp>
          </a:bodyPr>
          <a:lstStyle/>
          <a:p>
            <a:pPr lvl="0"/>
            <a:r>
              <a:rPr lang="en-GB" altLang="es-ES"/>
              <a:t>Pulse para editar el formato del texto de títuloHaga clic para modificar el estilo de título del patrón</a:t>
            </a:r>
          </a:p>
        </p:txBody>
      </p:sp>
      <p:sp>
        <p:nvSpPr>
          <p:cNvPr id="2" name="Rectangle 2">
            <a:extLst>
              <a:ext uri="{FF2B5EF4-FFF2-40B4-BE49-F238E27FC236}">
                <a16:creationId xmlns:a16="http://schemas.microsoft.com/office/drawing/2014/main" id="{2D48427B-7859-452D-88C7-AB8E9909689D}"/>
              </a:ext>
            </a:extLst>
          </p:cNvPr>
          <p:cNvSpPr>
            <a:spLocks noGrp="1" noChangeArrowheads="1"/>
          </p:cNvSpPr>
          <p:nvPr>
            <p:ph type="dt"/>
          </p:nvPr>
        </p:nvSpPr>
        <p:spPr bwMode="auto">
          <a:xfrm>
            <a:off x="457200" y="6356350"/>
            <a:ext cx="2132013" cy="363538"/>
          </a:xfrm>
          <a:prstGeom prst="rect">
            <a:avLst/>
          </a:prstGeom>
          <a:noFill/>
          <a:ln w="9525" cap="flat">
            <a:noFill/>
            <a:round/>
            <a:headEnd/>
            <a:tailEnd/>
          </a:ln>
          <a:effectLst/>
        </p:spPr>
        <p:txBody>
          <a:bodyPr vert="horz" wrap="square" lIns="90000" tIns="45000" rIns="90000" bIns="45000" numCol="1" anchor="t" anchorCtr="0" compatLnSpc="1">
            <a:prstTxWarp prst="textNoShape">
              <a:avLst/>
            </a:prstTxWarp>
          </a:bodyPr>
          <a:lstStyle>
            <a:lvl1pPr eaLnBrk="1" hangingPunct="1">
              <a:lnSpc>
                <a:spcPct val="100000"/>
              </a:lnSpc>
              <a:buClr>
                <a:srgbClr val="000000"/>
              </a:buClr>
              <a:buSzPct val="100000"/>
              <a:buFont typeface="Times New Roman" pitchFamily="16" charset="0"/>
              <a:buNone/>
              <a:tabLst>
                <a:tab pos="723900" algn="l"/>
                <a:tab pos="1447800" algn="l"/>
              </a:tabLst>
              <a:defRPr>
                <a:solidFill>
                  <a:srgbClr val="000000"/>
                </a:solidFill>
                <a:latin typeface="+mn-lt"/>
                <a:ea typeface="Microsoft YaHei" charset="-122"/>
                <a:cs typeface="Arial Unicode MS" charset="0"/>
              </a:defRPr>
            </a:lvl1pPr>
          </a:lstStyle>
          <a:p>
            <a:pPr>
              <a:defRPr/>
            </a:pPr>
            <a:r>
              <a:rPr lang="es-ES"/>
              <a:t>22/10/12</a:t>
            </a:r>
          </a:p>
        </p:txBody>
      </p:sp>
      <p:sp>
        <p:nvSpPr>
          <p:cNvPr id="1028" name="Text Box 3">
            <a:extLst>
              <a:ext uri="{FF2B5EF4-FFF2-40B4-BE49-F238E27FC236}">
                <a16:creationId xmlns:a16="http://schemas.microsoft.com/office/drawing/2014/main" id="{5E066255-40DB-49CA-80B1-64AD84CE6F3F}"/>
              </a:ext>
            </a:extLst>
          </p:cNvPr>
          <p:cNvSpPr txBox="1">
            <a:spLocks noChangeArrowheads="1"/>
          </p:cNvSpPr>
          <p:nvPr/>
        </p:nvSpPr>
        <p:spPr bwMode="auto">
          <a:xfrm>
            <a:off x="3124200" y="6356350"/>
            <a:ext cx="2895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a:lnSpc>
                <a:spcPct val="93000"/>
              </a:lnSpc>
              <a:buClr>
                <a:srgbClr val="000000"/>
              </a:buClr>
              <a:buSzPct val="100000"/>
              <a:buFont typeface="Times New Roman" panose="02020603050405020304" pitchFamily="18" charset="0"/>
              <a:buNone/>
            </a:pPr>
            <a:endParaRPr lang="es-ES" altLang="es-ES"/>
          </a:p>
        </p:txBody>
      </p:sp>
      <p:sp>
        <p:nvSpPr>
          <p:cNvPr id="3" name="Rectangle 4">
            <a:extLst>
              <a:ext uri="{FF2B5EF4-FFF2-40B4-BE49-F238E27FC236}">
                <a16:creationId xmlns:a16="http://schemas.microsoft.com/office/drawing/2014/main" id="{399CB0A2-6A14-4C13-81E4-FC4CEEDF152A}"/>
              </a:ext>
            </a:extLst>
          </p:cNvPr>
          <p:cNvSpPr>
            <a:spLocks noGrp="1" noChangeArrowheads="1"/>
          </p:cNvSpPr>
          <p:nvPr>
            <p:ph type="sldNum"/>
          </p:nvPr>
        </p:nvSpPr>
        <p:spPr bwMode="auto">
          <a:xfrm>
            <a:off x="6553200" y="6356350"/>
            <a:ext cx="2132013" cy="363538"/>
          </a:xfrm>
          <a:prstGeom prst="rect">
            <a:avLst/>
          </a:prstGeom>
          <a:noFill/>
          <a:ln w="9525" cap="flat">
            <a:noFill/>
            <a:round/>
            <a:headEnd/>
            <a:tailEnd/>
          </a:ln>
          <a:effectLst/>
        </p:spPr>
        <p:txBody>
          <a:bodyPr vert="horz" wrap="square" lIns="90000" tIns="45000" rIns="90000" bIns="45000" numCol="1" anchor="t" anchorCtr="0" compatLnSpc="1">
            <a:prstTxWarp prst="textNoShape">
              <a:avLst/>
            </a:prstTxWarp>
          </a:bodyPr>
          <a:lstStyle>
            <a:lvl1pPr eaLnBrk="1" hangingPunct="1">
              <a:lnSpc>
                <a:spcPct val="100000"/>
              </a:lnSpc>
              <a:buClr>
                <a:srgbClr val="000000"/>
              </a:buClr>
              <a:buSzPct val="100000"/>
              <a:buFont typeface="Times New Roman" panose="02020603050405020304" pitchFamily="18" charset="0"/>
              <a:buNone/>
              <a:defRPr>
                <a:solidFill>
                  <a:srgbClr val="000000"/>
                </a:solidFill>
                <a:latin typeface="Calibri" panose="020F0502020204030204" pitchFamily="34" charset="0"/>
                <a:cs typeface="Arial Unicode MS" charset="0"/>
              </a:defRPr>
            </a:lvl1pPr>
          </a:lstStyle>
          <a:p>
            <a:pPr>
              <a:defRPr/>
            </a:pPr>
            <a:fld id="{72612314-32A4-40FD-9536-CBD2E08B2D2C}" type="slidenum">
              <a:rPr lang="es-ES" altLang="es-ES"/>
              <a:pPr>
                <a:defRPr/>
              </a:pPr>
              <a:t>‹Nº›</a:t>
            </a:fld>
            <a:endParaRPr lang="es-ES" altLang="es-ES"/>
          </a:p>
        </p:txBody>
      </p:sp>
      <p:sp>
        <p:nvSpPr>
          <p:cNvPr id="1030" name="Rectangle 5">
            <a:extLst>
              <a:ext uri="{FF2B5EF4-FFF2-40B4-BE49-F238E27FC236}">
                <a16:creationId xmlns:a16="http://schemas.microsoft.com/office/drawing/2014/main" id="{23B5C7EF-3C70-41DA-995F-C4750E6789DC}"/>
              </a:ext>
            </a:extLst>
          </p:cNvPr>
          <p:cNvSpPr>
            <a:spLocks noGrp="1" noChangeArrowheads="1"/>
          </p:cNvSpPr>
          <p:nvPr>
            <p:ph type="body" idx="1"/>
          </p:nvPr>
        </p:nvSpPr>
        <p:spPr bwMode="auto">
          <a:xfrm>
            <a:off x="457200" y="1604963"/>
            <a:ext cx="8228013"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lvl="0"/>
            <a:r>
              <a:rPr lang="en-GB" altLang="es-ES"/>
              <a:t>Pulse para editar los formatos del texto del esquema</a:t>
            </a:r>
          </a:p>
          <a:p>
            <a:pPr lvl="1"/>
            <a:r>
              <a:rPr lang="en-GB" altLang="es-ES"/>
              <a:t>Segundo nivel del esquema</a:t>
            </a:r>
          </a:p>
          <a:p>
            <a:pPr lvl="2"/>
            <a:r>
              <a:rPr lang="en-GB" altLang="es-ES"/>
              <a:t>Tercer nivel del esquema</a:t>
            </a:r>
          </a:p>
          <a:p>
            <a:pPr lvl="3"/>
            <a:r>
              <a:rPr lang="en-GB" altLang="es-ES"/>
              <a:t>Cuarto nivel del esquema</a:t>
            </a:r>
          </a:p>
          <a:p>
            <a:pPr lvl="4"/>
            <a:r>
              <a:rPr lang="en-GB" altLang="es-ES"/>
              <a:t>Quinto nivel del esquema</a:t>
            </a:r>
          </a:p>
          <a:p>
            <a:pPr lvl="4"/>
            <a:r>
              <a:rPr lang="en-GB" altLang="es-ES"/>
              <a:t>Sexto nivel del esquema</a:t>
            </a:r>
          </a:p>
          <a:p>
            <a:pPr lvl="4"/>
            <a:r>
              <a:rPr lang="en-GB" altLang="es-ES"/>
              <a:t>Séptimo nivel del esquema</a:t>
            </a:r>
          </a:p>
          <a:p>
            <a:pPr lvl="4"/>
            <a:r>
              <a:rPr lang="en-GB" altLang="es-ES"/>
              <a:t>Octavo nivel del esquema</a:t>
            </a:r>
          </a:p>
          <a:p>
            <a:pPr lvl="4"/>
            <a:r>
              <a:rPr lang="en-GB" altLang="es-ES"/>
              <a:t>Noveno nivel del esquema</a:t>
            </a: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sldNum="0" hdr="0" ftr="0"/>
  <p:txStyles>
    <p:title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p:titleStyle>
    <p:bodyStyle>
      <a:lvl1pPr marL="342900" indent="-342900" algn="l" defTabSz="449263" rtl="0" eaLnBrk="0" fontAlgn="base" hangingPunct="0">
        <a:lnSpc>
          <a:spcPct val="102000"/>
        </a:lnSpc>
        <a:spcBef>
          <a:spcPct val="0"/>
        </a:spcBef>
        <a:spcAft>
          <a:spcPts val="1425"/>
        </a:spcAft>
        <a:buClr>
          <a:srgbClr val="000000"/>
        </a:buClr>
        <a:buSzPct val="100000"/>
        <a:buFont typeface="Times New Roman" panose="02020603050405020304" pitchFamily="18" charset="0"/>
        <a:buChar char="•"/>
        <a:defRPr sz="3200">
          <a:solidFill>
            <a:srgbClr val="000000"/>
          </a:solidFill>
          <a:latin typeface="+mn-lt"/>
          <a:ea typeface="+mn-ea"/>
          <a:cs typeface="+mn-cs"/>
        </a:defRPr>
      </a:lvl1pPr>
      <a:lvl2pPr marL="742950" indent="-285750" algn="l" defTabSz="449263" rtl="0" eaLnBrk="0" fontAlgn="base" hangingPunct="0">
        <a:lnSpc>
          <a:spcPct val="102000"/>
        </a:lnSpc>
        <a:spcBef>
          <a:spcPct val="0"/>
        </a:spcBef>
        <a:spcAft>
          <a:spcPts val="1138"/>
        </a:spcAft>
        <a:buClr>
          <a:srgbClr val="000000"/>
        </a:buClr>
        <a:buSzPct val="100000"/>
        <a:buFont typeface="Times New Roman" panose="02020603050405020304" pitchFamily="18" charset="0"/>
        <a:buChar char="–"/>
        <a:defRPr sz="2400">
          <a:solidFill>
            <a:srgbClr val="000000"/>
          </a:solidFill>
          <a:latin typeface="+mn-lt"/>
          <a:ea typeface="+mn-ea"/>
        </a:defRPr>
      </a:lvl2pPr>
      <a:lvl3pPr marL="1143000" indent="-228600" algn="l" defTabSz="449263" rtl="0" eaLnBrk="0" fontAlgn="base" hangingPunct="0">
        <a:lnSpc>
          <a:spcPct val="102000"/>
        </a:lnSpc>
        <a:spcBef>
          <a:spcPct val="0"/>
        </a:spcBef>
        <a:spcAft>
          <a:spcPts val="850"/>
        </a:spcAft>
        <a:buClr>
          <a:srgbClr val="000000"/>
        </a:buClr>
        <a:buSzPct val="100000"/>
        <a:buFont typeface="Times New Roman" panose="02020603050405020304" pitchFamily="18" charset="0"/>
        <a:buChar char="•"/>
        <a:defRPr sz="2000">
          <a:solidFill>
            <a:srgbClr val="000000"/>
          </a:solidFill>
          <a:latin typeface="+mn-lt"/>
          <a:ea typeface="+mn-ea"/>
        </a:defRPr>
      </a:lvl3pPr>
      <a:lvl4pPr marL="1600200" indent="-228600" algn="l" defTabSz="449263" rtl="0" eaLnBrk="0" fontAlgn="base" hangingPunct="0">
        <a:lnSpc>
          <a:spcPct val="102000"/>
        </a:lnSpc>
        <a:spcBef>
          <a:spcPct val="0"/>
        </a:spcBef>
        <a:spcAft>
          <a:spcPts val="575"/>
        </a:spcAft>
        <a:buClr>
          <a:srgbClr val="000000"/>
        </a:buClr>
        <a:buSzPct val="100000"/>
        <a:buFont typeface="Times New Roman" panose="02020603050405020304" pitchFamily="18" charset="0"/>
        <a:buChar char="–"/>
        <a:defRPr sz="2000">
          <a:solidFill>
            <a:srgbClr val="000000"/>
          </a:solidFill>
          <a:latin typeface="+mn-lt"/>
          <a:ea typeface="+mn-ea"/>
        </a:defRPr>
      </a:lvl4pPr>
      <a:lvl5pPr marL="2057400" indent="-228600" algn="l" defTabSz="449263" rtl="0" eaLnBrk="0" fontAlgn="base" hangingPunct="0">
        <a:lnSpc>
          <a:spcPct val="102000"/>
        </a:lnSpc>
        <a:spcBef>
          <a:spcPct val="0"/>
        </a:spcBef>
        <a:spcAft>
          <a:spcPts val="288"/>
        </a:spcAft>
        <a:buClr>
          <a:srgbClr val="000000"/>
        </a:buClr>
        <a:buSzPct val="100000"/>
        <a:buFont typeface="Times New Roman" panose="02020603050405020304" pitchFamily="18" charset="0"/>
        <a:buChar char="»"/>
        <a:defRPr sz="2000">
          <a:solidFill>
            <a:srgbClr val="000000"/>
          </a:solidFill>
          <a:latin typeface="+mn-lt"/>
          <a:ea typeface="+mn-ea"/>
        </a:defRPr>
      </a:lvl5pPr>
      <a:lvl6pPr marL="2514600" indent="-228600" algn="l" defTabSz="449263" rtl="0" fontAlgn="base">
        <a:lnSpc>
          <a:spcPct val="102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6pPr>
      <a:lvl7pPr marL="2971800" indent="-228600" algn="l" defTabSz="449263" rtl="0" fontAlgn="base">
        <a:lnSpc>
          <a:spcPct val="102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7pPr>
      <a:lvl8pPr marL="3429000" indent="-228600" algn="l" defTabSz="449263" rtl="0" fontAlgn="base">
        <a:lnSpc>
          <a:spcPct val="102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8pPr>
      <a:lvl9pPr marL="3886200" indent="-228600" algn="l" defTabSz="449263" rtl="0" fontAlgn="base">
        <a:lnSpc>
          <a:spcPct val="102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Rectangle 1">
            <a:extLst>
              <a:ext uri="{FF2B5EF4-FFF2-40B4-BE49-F238E27FC236}">
                <a16:creationId xmlns:a16="http://schemas.microsoft.com/office/drawing/2014/main" id="{C6F5B538-A905-423A-8ACD-11A4C2F5A1E3}"/>
              </a:ext>
            </a:extLst>
          </p:cNvPr>
          <p:cNvSpPr>
            <a:spLocks noGrp="1" noChangeArrowheads="1"/>
          </p:cNvSpPr>
          <p:nvPr>
            <p:ph type="title"/>
          </p:nvPr>
        </p:nvSpPr>
        <p:spPr bwMode="auto">
          <a:xfrm>
            <a:off x="457200" y="274638"/>
            <a:ext cx="8228013" cy="114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5000" rIns="90000" bIns="45000" numCol="1" anchor="t" anchorCtr="0" compatLnSpc="1">
            <a:prstTxWarp prst="textNoShape">
              <a:avLst/>
            </a:prstTxWarp>
          </a:bodyPr>
          <a:lstStyle/>
          <a:p>
            <a:pPr lvl="0"/>
            <a:r>
              <a:rPr lang="en-GB" altLang="es-ES"/>
              <a:t>Pulse para editar el formato del texto de títuloHaga clic para modificar el estilo de título del patrón</a:t>
            </a:r>
          </a:p>
        </p:txBody>
      </p:sp>
      <p:sp>
        <p:nvSpPr>
          <p:cNvPr id="2051" name="Rectangle 2">
            <a:extLst>
              <a:ext uri="{FF2B5EF4-FFF2-40B4-BE49-F238E27FC236}">
                <a16:creationId xmlns:a16="http://schemas.microsoft.com/office/drawing/2014/main" id="{DAF9CDF8-36EB-4243-8972-B8BAAC3E968F}"/>
              </a:ext>
            </a:extLst>
          </p:cNvPr>
          <p:cNvSpPr>
            <a:spLocks noGrp="1" noChangeArrowheads="1"/>
          </p:cNvSpPr>
          <p:nvPr>
            <p:ph type="body" idx="1"/>
          </p:nvPr>
        </p:nvSpPr>
        <p:spPr bwMode="auto">
          <a:xfrm>
            <a:off x="457200" y="1600200"/>
            <a:ext cx="8228013"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5000" rIns="90000" bIns="45000" numCol="1" anchor="t" anchorCtr="0" compatLnSpc="1">
            <a:prstTxWarp prst="textNoShape">
              <a:avLst/>
            </a:prstTxWarp>
          </a:bodyPr>
          <a:lstStyle/>
          <a:p>
            <a:pPr lvl="0"/>
            <a:r>
              <a:rPr lang="en-GB" altLang="es-ES"/>
              <a:t>Pulse para editar los formatos del texto del esquema</a:t>
            </a:r>
          </a:p>
          <a:p>
            <a:pPr lvl="1"/>
            <a:r>
              <a:rPr lang="en-GB" altLang="es-ES"/>
              <a:t>Segundo nivel del esquema</a:t>
            </a:r>
          </a:p>
          <a:p>
            <a:pPr lvl="2"/>
            <a:r>
              <a:rPr lang="en-GB" altLang="es-ES"/>
              <a:t>Tercer nivel del esquema</a:t>
            </a:r>
          </a:p>
          <a:p>
            <a:pPr lvl="3"/>
            <a:r>
              <a:rPr lang="en-GB" altLang="es-ES"/>
              <a:t>Cuarto nivel del esquema</a:t>
            </a:r>
          </a:p>
          <a:p>
            <a:pPr lvl="4"/>
            <a:r>
              <a:rPr lang="en-GB" altLang="es-ES"/>
              <a:t>Quinto nivel del esquema</a:t>
            </a:r>
          </a:p>
          <a:p>
            <a:pPr lvl="4"/>
            <a:r>
              <a:rPr lang="en-GB" altLang="es-ES"/>
              <a:t>Sexto nivel del esquema</a:t>
            </a:r>
          </a:p>
          <a:p>
            <a:pPr lvl="4"/>
            <a:r>
              <a:rPr lang="en-GB" altLang="es-ES"/>
              <a:t>Séptimo nivel del esquema</a:t>
            </a:r>
          </a:p>
          <a:p>
            <a:pPr lvl="4"/>
            <a:r>
              <a:rPr lang="en-GB" altLang="es-ES"/>
              <a:t>Octavo nivel del esquema</a:t>
            </a:r>
          </a:p>
          <a:p>
            <a:pPr lvl="0"/>
            <a:r>
              <a:rPr lang="en-GB" altLang="es-ES"/>
              <a:t>Noveno nivel del esquemaHaga clic para modificar el estilo de texto del patrón</a:t>
            </a:r>
          </a:p>
          <a:p>
            <a:pPr lvl="1"/>
            <a:r>
              <a:rPr lang="en-GB" altLang="es-ES"/>
              <a:t>Segundo nivel</a:t>
            </a:r>
          </a:p>
          <a:p>
            <a:pPr lvl="2"/>
            <a:r>
              <a:rPr lang="en-GB" altLang="es-ES"/>
              <a:t>Tercer nivel</a:t>
            </a:r>
          </a:p>
          <a:p>
            <a:pPr lvl="3"/>
            <a:r>
              <a:rPr lang="en-GB" altLang="es-ES"/>
              <a:t>Cuarto nivel</a:t>
            </a:r>
          </a:p>
          <a:p>
            <a:pPr lvl="4"/>
            <a:r>
              <a:rPr lang="en-GB" altLang="es-ES"/>
              <a:t>Quinto nivel</a:t>
            </a:r>
          </a:p>
        </p:txBody>
      </p:sp>
      <p:sp>
        <p:nvSpPr>
          <p:cNvPr id="2" name="Rectangle 3">
            <a:extLst>
              <a:ext uri="{FF2B5EF4-FFF2-40B4-BE49-F238E27FC236}">
                <a16:creationId xmlns:a16="http://schemas.microsoft.com/office/drawing/2014/main" id="{1CD4C0DA-79AC-4699-A254-ABF788A70B26}"/>
              </a:ext>
            </a:extLst>
          </p:cNvPr>
          <p:cNvSpPr>
            <a:spLocks noGrp="1" noChangeArrowheads="1"/>
          </p:cNvSpPr>
          <p:nvPr>
            <p:ph type="dt"/>
          </p:nvPr>
        </p:nvSpPr>
        <p:spPr bwMode="auto">
          <a:xfrm>
            <a:off x="457200" y="6356350"/>
            <a:ext cx="2132013" cy="363538"/>
          </a:xfrm>
          <a:prstGeom prst="rect">
            <a:avLst/>
          </a:prstGeom>
          <a:noFill/>
          <a:ln w="9525" cap="flat">
            <a:noFill/>
            <a:round/>
            <a:headEnd/>
            <a:tailEnd/>
          </a:ln>
          <a:effectLst/>
        </p:spPr>
        <p:txBody>
          <a:bodyPr vert="horz" wrap="square" lIns="90000" tIns="45000" rIns="90000" bIns="45000" numCol="1" anchor="t" anchorCtr="0" compatLnSpc="1">
            <a:prstTxWarp prst="textNoShape">
              <a:avLst/>
            </a:prstTxWarp>
          </a:bodyPr>
          <a:lstStyle>
            <a:lvl1pPr eaLnBrk="1" hangingPunct="1">
              <a:lnSpc>
                <a:spcPct val="100000"/>
              </a:lnSpc>
              <a:buClr>
                <a:srgbClr val="000000"/>
              </a:buClr>
              <a:buSzPct val="100000"/>
              <a:buFont typeface="Times New Roman" pitchFamily="16" charset="0"/>
              <a:buNone/>
              <a:tabLst>
                <a:tab pos="723900" algn="l"/>
                <a:tab pos="1447800" algn="l"/>
              </a:tabLst>
              <a:defRPr>
                <a:solidFill>
                  <a:srgbClr val="000000"/>
                </a:solidFill>
                <a:latin typeface="+mn-lt"/>
                <a:ea typeface="Microsoft YaHei" charset="-122"/>
                <a:cs typeface="Arial Unicode MS" charset="0"/>
              </a:defRPr>
            </a:lvl1pPr>
          </a:lstStyle>
          <a:p>
            <a:pPr>
              <a:defRPr/>
            </a:pPr>
            <a:r>
              <a:rPr lang="es-ES"/>
              <a:t>22/10/12</a:t>
            </a:r>
          </a:p>
        </p:txBody>
      </p:sp>
      <p:sp>
        <p:nvSpPr>
          <p:cNvPr id="2053" name="Text Box 4">
            <a:extLst>
              <a:ext uri="{FF2B5EF4-FFF2-40B4-BE49-F238E27FC236}">
                <a16:creationId xmlns:a16="http://schemas.microsoft.com/office/drawing/2014/main" id="{DA6B786F-74CD-4C21-A485-B1BA286447A2}"/>
              </a:ext>
            </a:extLst>
          </p:cNvPr>
          <p:cNvSpPr txBox="1">
            <a:spLocks noChangeArrowheads="1"/>
          </p:cNvSpPr>
          <p:nvPr/>
        </p:nvSpPr>
        <p:spPr bwMode="auto">
          <a:xfrm>
            <a:off x="3124200" y="6356350"/>
            <a:ext cx="2895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a:lnSpc>
                <a:spcPct val="93000"/>
              </a:lnSpc>
              <a:buClr>
                <a:srgbClr val="000000"/>
              </a:buClr>
              <a:buSzPct val="100000"/>
              <a:buFont typeface="Times New Roman" panose="02020603050405020304" pitchFamily="18" charset="0"/>
              <a:buNone/>
            </a:pPr>
            <a:endParaRPr lang="es-ES" altLang="es-ES"/>
          </a:p>
        </p:txBody>
      </p:sp>
      <p:sp>
        <p:nvSpPr>
          <p:cNvPr id="3" name="Rectangle 5">
            <a:extLst>
              <a:ext uri="{FF2B5EF4-FFF2-40B4-BE49-F238E27FC236}">
                <a16:creationId xmlns:a16="http://schemas.microsoft.com/office/drawing/2014/main" id="{1DC83BDE-CA4E-4156-99BD-B4FAE4B23C25}"/>
              </a:ext>
            </a:extLst>
          </p:cNvPr>
          <p:cNvSpPr>
            <a:spLocks noGrp="1" noChangeArrowheads="1"/>
          </p:cNvSpPr>
          <p:nvPr>
            <p:ph type="sldNum"/>
          </p:nvPr>
        </p:nvSpPr>
        <p:spPr bwMode="auto">
          <a:xfrm>
            <a:off x="6553200" y="6356350"/>
            <a:ext cx="2132013" cy="363538"/>
          </a:xfrm>
          <a:prstGeom prst="rect">
            <a:avLst/>
          </a:prstGeom>
          <a:noFill/>
          <a:ln w="9525" cap="flat">
            <a:noFill/>
            <a:round/>
            <a:headEnd/>
            <a:tailEnd/>
          </a:ln>
          <a:effectLst/>
        </p:spPr>
        <p:txBody>
          <a:bodyPr vert="horz" wrap="square" lIns="90000" tIns="45000" rIns="90000" bIns="45000" numCol="1" anchor="t" anchorCtr="0" compatLnSpc="1">
            <a:prstTxWarp prst="textNoShape">
              <a:avLst/>
            </a:prstTxWarp>
          </a:bodyPr>
          <a:lstStyle>
            <a:lvl1pPr eaLnBrk="1" hangingPunct="1">
              <a:lnSpc>
                <a:spcPct val="100000"/>
              </a:lnSpc>
              <a:buClr>
                <a:srgbClr val="000000"/>
              </a:buClr>
              <a:buSzPct val="100000"/>
              <a:buFont typeface="Times New Roman" panose="02020603050405020304" pitchFamily="18" charset="0"/>
              <a:buNone/>
              <a:defRPr>
                <a:solidFill>
                  <a:srgbClr val="000000"/>
                </a:solidFill>
                <a:latin typeface="Calibri" panose="020F0502020204030204" pitchFamily="34" charset="0"/>
                <a:cs typeface="Arial Unicode MS" charset="0"/>
              </a:defRPr>
            </a:lvl1pPr>
          </a:lstStyle>
          <a:p>
            <a:pPr>
              <a:defRPr/>
            </a:pPr>
            <a:fld id="{008FDDEC-69C6-4CC2-88BE-565F7FCF9CE6}" type="slidenum">
              <a:rPr lang="es-ES" altLang="es-ES"/>
              <a:pPr>
                <a:defRPr/>
              </a:pPr>
              <a:t>‹Nº›</a:t>
            </a:fld>
            <a:endParaRPr lang="es-ES" altLang="es-E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p:txStyles>
    <p:title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p:titleStyle>
    <p:bodyStyle>
      <a:lvl1pPr marL="342900" indent="-342900" algn="l" defTabSz="449263" rtl="0" eaLnBrk="0" fontAlgn="base" hangingPunct="0">
        <a:lnSpc>
          <a:spcPct val="102000"/>
        </a:lnSpc>
        <a:spcBef>
          <a:spcPct val="0"/>
        </a:spcBef>
        <a:spcAft>
          <a:spcPts val="1425"/>
        </a:spcAft>
        <a:buClr>
          <a:srgbClr val="000000"/>
        </a:buClr>
        <a:buSzPct val="100000"/>
        <a:buFont typeface="Times New Roman" panose="02020603050405020304" pitchFamily="18" charset="0"/>
        <a:buChar char="•"/>
        <a:defRPr sz="3200">
          <a:solidFill>
            <a:srgbClr val="000000"/>
          </a:solidFill>
          <a:latin typeface="+mn-lt"/>
          <a:ea typeface="+mn-ea"/>
          <a:cs typeface="+mn-cs"/>
        </a:defRPr>
      </a:lvl1pPr>
      <a:lvl2pPr marL="742950" indent="-285750" algn="l" defTabSz="449263" rtl="0" eaLnBrk="0" fontAlgn="base" hangingPunct="0">
        <a:lnSpc>
          <a:spcPct val="102000"/>
        </a:lnSpc>
        <a:spcBef>
          <a:spcPct val="0"/>
        </a:spcBef>
        <a:spcAft>
          <a:spcPts val="1138"/>
        </a:spcAft>
        <a:buClr>
          <a:srgbClr val="000000"/>
        </a:buClr>
        <a:buSzPct val="100000"/>
        <a:buFont typeface="Times New Roman" panose="02020603050405020304" pitchFamily="18" charset="0"/>
        <a:buChar char="–"/>
        <a:defRPr sz="2400">
          <a:solidFill>
            <a:srgbClr val="000000"/>
          </a:solidFill>
          <a:latin typeface="+mn-lt"/>
          <a:ea typeface="+mn-ea"/>
        </a:defRPr>
      </a:lvl2pPr>
      <a:lvl3pPr marL="1143000" indent="-228600" algn="l" defTabSz="449263" rtl="0" eaLnBrk="0" fontAlgn="base" hangingPunct="0">
        <a:lnSpc>
          <a:spcPct val="102000"/>
        </a:lnSpc>
        <a:spcBef>
          <a:spcPct val="0"/>
        </a:spcBef>
        <a:spcAft>
          <a:spcPts val="850"/>
        </a:spcAft>
        <a:buClr>
          <a:srgbClr val="000000"/>
        </a:buClr>
        <a:buSzPct val="100000"/>
        <a:buFont typeface="Times New Roman" panose="02020603050405020304" pitchFamily="18" charset="0"/>
        <a:buChar char="•"/>
        <a:defRPr sz="2000">
          <a:solidFill>
            <a:srgbClr val="000000"/>
          </a:solidFill>
          <a:latin typeface="+mn-lt"/>
          <a:ea typeface="+mn-ea"/>
        </a:defRPr>
      </a:lvl3pPr>
      <a:lvl4pPr marL="1600200" indent="-228600" algn="l" defTabSz="449263" rtl="0" eaLnBrk="0" fontAlgn="base" hangingPunct="0">
        <a:lnSpc>
          <a:spcPct val="102000"/>
        </a:lnSpc>
        <a:spcBef>
          <a:spcPct val="0"/>
        </a:spcBef>
        <a:spcAft>
          <a:spcPts val="575"/>
        </a:spcAft>
        <a:buClr>
          <a:srgbClr val="000000"/>
        </a:buClr>
        <a:buSzPct val="100000"/>
        <a:buFont typeface="Times New Roman" panose="02020603050405020304" pitchFamily="18" charset="0"/>
        <a:buChar char="–"/>
        <a:defRPr sz="2000">
          <a:solidFill>
            <a:srgbClr val="000000"/>
          </a:solidFill>
          <a:latin typeface="+mn-lt"/>
          <a:ea typeface="+mn-ea"/>
        </a:defRPr>
      </a:lvl4pPr>
      <a:lvl5pPr marL="2057400" indent="-228600" algn="l" defTabSz="449263" rtl="0" eaLnBrk="0" fontAlgn="base" hangingPunct="0">
        <a:lnSpc>
          <a:spcPct val="102000"/>
        </a:lnSpc>
        <a:spcBef>
          <a:spcPct val="0"/>
        </a:spcBef>
        <a:spcAft>
          <a:spcPts val="288"/>
        </a:spcAft>
        <a:buClr>
          <a:srgbClr val="000000"/>
        </a:buClr>
        <a:buSzPct val="100000"/>
        <a:buFont typeface="Times New Roman" panose="02020603050405020304" pitchFamily="18" charset="0"/>
        <a:buChar char="»"/>
        <a:defRPr sz="2000">
          <a:solidFill>
            <a:srgbClr val="000000"/>
          </a:solidFill>
          <a:latin typeface="+mn-lt"/>
          <a:ea typeface="+mn-ea"/>
        </a:defRPr>
      </a:lvl5pPr>
      <a:lvl6pPr marL="2514600" indent="-228600" algn="l" defTabSz="449263" rtl="0" fontAlgn="base">
        <a:lnSpc>
          <a:spcPct val="102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6pPr>
      <a:lvl7pPr marL="2971800" indent="-228600" algn="l" defTabSz="449263" rtl="0" fontAlgn="base">
        <a:lnSpc>
          <a:spcPct val="102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7pPr>
      <a:lvl8pPr marL="3429000" indent="-228600" algn="l" defTabSz="449263" rtl="0" fontAlgn="base">
        <a:lnSpc>
          <a:spcPct val="102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8pPr>
      <a:lvl9pPr marL="3886200" indent="-228600" algn="l" defTabSz="449263" rtl="0" fontAlgn="base">
        <a:lnSpc>
          <a:spcPct val="102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hyperlink" Target="https://www.objectdb.com/java/jpa/entity/generated#the_identity_strategy" TargetMode="External"/><Relationship Id="rId2" Type="http://schemas.openxmlformats.org/officeDocument/2006/relationships/notesSlide" Target="../notesSlides/notesSlide14.xml"/><Relationship Id="rId1" Type="http://schemas.openxmlformats.org/officeDocument/2006/relationships/slideLayout" Target="../slideLayouts/slideLayout14.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a:extLst>
              <a:ext uri="{FF2B5EF4-FFF2-40B4-BE49-F238E27FC236}">
                <a16:creationId xmlns:a16="http://schemas.microsoft.com/office/drawing/2014/main" id="{BAF6F69C-ED76-4769-9764-4245D213C71E}"/>
              </a:ext>
            </a:extLst>
          </p:cNvPr>
          <p:cNvSpPr>
            <a:spLocks noGrp="1" noChangeArrowheads="1"/>
          </p:cNvSpPr>
          <p:nvPr>
            <p:ph type="title" idx="4294967295"/>
          </p:nvPr>
        </p:nvSpPr>
        <p:spPr>
          <a:xfrm>
            <a:off x="685800" y="4149725"/>
            <a:ext cx="7772400" cy="1470025"/>
          </a:xfrm>
        </p:spPr>
        <p:txBody>
          <a:bodyPr/>
          <a:lstStyle/>
          <a:p>
            <a:pPr algn="ctr" eaLnBrk="1" hangingPunct="1">
              <a:lnSpc>
                <a:spcPct val="100000"/>
              </a:lnSpc>
              <a:tabLst>
                <a:tab pos="723900" algn="l"/>
                <a:tab pos="1447800" algn="l"/>
                <a:tab pos="2171700" algn="l"/>
                <a:tab pos="2895600" algn="l"/>
                <a:tab pos="3619500" algn="l"/>
                <a:tab pos="4343400" algn="l"/>
                <a:tab pos="5067300" algn="l"/>
                <a:tab pos="5791200" algn="l"/>
                <a:tab pos="6515100" algn="l"/>
                <a:tab pos="7239000" algn="l"/>
              </a:tabLst>
            </a:pPr>
            <a:r>
              <a:rPr lang="es-ES" altLang="es-ES" dirty="0"/>
              <a:t>ACCESO A BASES DE DATOS ORIENTADAS A OBJETOS</a:t>
            </a:r>
          </a:p>
        </p:txBody>
      </p:sp>
      <p:sp>
        <p:nvSpPr>
          <p:cNvPr id="4099" name="Rectangle 2">
            <a:extLst>
              <a:ext uri="{FF2B5EF4-FFF2-40B4-BE49-F238E27FC236}">
                <a16:creationId xmlns:a16="http://schemas.microsoft.com/office/drawing/2014/main" id="{91D22E8D-03B7-4243-8A87-6B40E6C2D451}"/>
              </a:ext>
            </a:extLst>
          </p:cNvPr>
          <p:cNvSpPr>
            <a:spLocks noGrp="1" noChangeArrowheads="1"/>
          </p:cNvSpPr>
          <p:nvPr>
            <p:ph type="subTitle" idx="4294967295"/>
          </p:nvPr>
        </p:nvSpPr>
        <p:spPr>
          <a:xfrm>
            <a:off x="1371600" y="1676400"/>
            <a:ext cx="6400800" cy="1752600"/>
          </a:xfrm>
        </p:spPr>
        <p:txBody>
          <a:bodyPr lIns="90000" tIns="45000" rIns="90000" bIns="45000"/>
          <a:lstStyle/>
          <a:p>
            <a:pPr marL="0" indent="0" algn="ctr" eaLnBrk="1" hangingPunct="1">
              <a:lnSpc>
                <a:spcPct val="100000"/>
              </a:lnSpc>
              <a:spcAft>
                <a:spcPct val="0"/>
              </a:spcAft>
              <a:buFont typeface="Times New Roman" panose="02020603050405020304" pitchFamily="18" charset="0"/>
              <a:buNone/>
              <a:tabLst>
                <a:tab pos="723900" algn="l"/>
                <a:tab pos="1447800" algn="l"/>
                <a:tab pos="2171700" algn="l"/>
                <a:tab pos="2895600" algn="l"/>
                <a:tab pos="3619500" algn="l"/>
                <a:tab pos="4343400" algn="l"/>
                <a:tab pos="5067300" algn="l"/>
                <a:tab pos="5791200" algn="l"/>
              </a:tabLst>
            </a:pPr>
            <a:r>
              <a:rPr lang="es-ES" altLang="es-ES" sz="4400" dirty="0"/>
              <a:t>UNIDAD 3-parte 2</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539750" y="1052512"/>
            <a:ext cx="8229600" cy="5472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dirty="0"/>
              <a:t>Como hemos ido viendo, las clases </a:t>
            </a:r>
            <a:r>
              <a:rPr lang="es-ES" sz="2000" b="1" dirty="0" err="1"/>
              <a:t>Entity</a:t>
            </a:r>
            <a:r>
              <a:rPr lang="es-ES" sz="2000" b="1" dirty="0"/>
              <a:t> JPA son clases definidas por el usuario cuyas instancias se pueden almacenar en una base de datos.</a:t>
            </a:r>
          </a:p>
          <a:p>
            <a:pPr lvl="0">
              <a:buNone/>
            </a:pPr>
            <a:r>
              <a:rPr lang="es-ES" sz="2000" dirty="0"/>
              <a:t>Para almacenar datos en una base de datos </a:t>
            </a:r>
            <a:r>
              <a:rPr lang="es-ES" sz="2000" b="1" dirty="0" err="1"/>
              <a:t>ObjectDB</a:t>
            </a:r>
            <a:r>
              <a:rPr lang="es-ES" sz="2000" dirty="0"/>
              <a:t> utilizando </a:t>
            </a:r>
            <a:r>
              <a:rPr lang="es-ES" sz="2000" b="1" dirty="0"/>
              <a:t>JPA</a:t>
            </a:r>
            <a:r>
              <a:rPr lang="es-ES" sz="2000" dirty="0"/>
              <a:t>, debemos definir clases </a:t>
            </a:r>
            <a:r>
              <a:rPr lang="es-ES" sz="2000" i="1" dirty="0" err="1"/>
              <a:t>Entity</a:t>
            </a:r>
            <a:r>
              <a:rPr lang="es-ES" sz="2000" dirty="0"/>
              <a:t> que representen el modelo de objetos de datos de la aplicación.</a:t>
            </a:r>
            <a:r>
              <a:rPr lang="es-ES" sz="2000" b="1" dirty="0"/>
              <a:t> </a:t>
            </a:r>
          </a:p>
          <a:p>
            <a:pPr lvl="0">
              <a:buNone/>
            </a:pPr>
            <a:r>
              <a:rPr lang="es-ES" sz="2000" dirty="0"/>
              <a:t>Sobre estas clases </a:t>
            </a:r>
            <a:r>
              <a:rPr lang="es-ES" sz="2000" i="1" dirty="0" err="1"/>
              <a:t>Entity</a:t>
            </a:r>
            <a:r>
              <a:rPr lang="es-ES" sz="2000" dirty="0"/>
              <a:t>, vamos a estudiar ahora:</a:t>
            </a:r>
          </a:p>
          <a:p>
            <a:pPr marL="342900" lvl="0" indent="-342900">
              <a:buFont typeface="Wingdings" panose="05000000000000000000" pitchFamily="2" charset="2"/>
              <a:buChar char="q"/>
            </a:pPr>
            <a:r>
              <a:rPr lang="es-ES" sz="2000" b="1" dirty="0"/>
              <a:t>Tipos persistentes JPA</a:t>
            </a:r>
          </a:p>
          <a:p>
            <a:pPr marL="342900" lvl="0" indent="-342900">
              <a:buFont typeface="Wingdings" panose="05000000000000000000" pitchFamily="2" charset="2"/>
              <a:buChar char="q"/>
            </a:pPr>
            <a:r>
              <a:rPr lang="es-ES" sz="2000" b="1" dirty="0"/>
              <a:t>Los atributos </a:t>
            </a:r>
            <a:r>
              <a:rPr lang="es-ES" sz="2000" b="1" dirty="0" err="1"/>
              <a:t>Entity</a:t>
            </a:r>
            <a:r>
              <a:rPr lang="es-ES" sz="2000" b="1" dirty="0"/>
              <a:t> JPA</a:t>
            </a:r>
          </a:p>
          <a:p>
            <a:pPr marL="342900" lvl="0" indent="-342900">
              <a:buFont typeface="Wingdings" panose="05000000000000000000" pitchFamily="2" charset="2"/>
              <a:buChar char="q"/>
            </a:pPr>
            <a:r>
              <a:rPr lang="es-ES" sz="2000" b="1" dirty="0" err="1"/>
              <a:t>Primary</a:t>
            </a:r>
            <a:r>
              <a:rPr lang="es-ES" sz="2000" b="1" dirty="0"/>
              <a:t> Key</a:t>
            </a:r>
          </a:p>
          <a:p>
            <a:pPr marL="342900" lvl="0" indent="-342900">
              <a:buFont typeface="Wingdings" panose="05000000000000000000" pitchFamily="2" charset="2"/>
              <a:buChar char="q"/>
            </a:pPr>
            <a:r>
              <a:rPr lang="es-ES" sz="2000" b="1" dirty="0"/>
              <a:t>Valores autogenerados</a:t>
            </a:r>
          </a:p>
          <a:p>
            <a:pPr marL="342900" lvl="0" indent="-342900">
              <a:buFont typeface="Wingdings" panose="05000000000000000000" pitchFamily="2" charset="2"/>
              <a:buChar char="q"/>
            </a:pPr>
            <a:r>
              <a:rPr lang="es-ES" sz="2000" b="1" dirty="0"/>
              <a:t>Evolución del esquema de base de datos</a:t>
            </a:r>
            <a:endParaRPr lang="en-US"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4.- CLASES JPA ENTITY</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539750" y="1052512"/>
            <a:ext cx="8229600" cy="5472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dirty="0"/>
              <a:t>Denominamos como </a:t>
            </a:r>
            <a:r>
              <a:rPr lang="es-ES" sz="2000" b="1" dirty="0"/>
              <a:t>tipos persistentes </a:t>
            </a:r>
            <a:r>
              <a:rPr lang="es-ES" sz="2000" dirty="0"/>
              <a:t>a los tipos de datos que se pueden usar para almacenar datos en la base de datos. </a:t>
            </a:r>
            <a:r>
              <a:rPr lang="es-ES" sz="2000" b="1" dirty="0" err="1"/>
              <a:t>ObjectDB</a:t>
            </a:r>
            <a:r>
              <a:rPr lang="es-ES" sz="2000" dirty="0"/>
              <a:t> admite los siguientes tipos persistentes:</a:t>
            </a:r>
          </a:p>
          <a:p>
            <a:pPr marL="342900" lvl="0" indent="-342900">
              <a:buFont typeface="Wingdings" panose="05000000000000000000" pitchFamily="2" charset="2"/>
              <a:buChar char="q"/>
            </a:pPr>
            <a:r>
              <a:rPr lang="es-ES" sz="2000" b="1" dirty="0"/>
              <a:t>Clases definidas por el usuario</a:t>
            </a:r>
            <a:r>
              <a:rPr lang="es-ES" sz="2000" dirty="0"/>
              <a:t>: clases </a:t>
            </a:r>
            <a:r>
              <a:rPr lang="es-ES" sz="2000" i="1" dirty="0" err="1"/>
              <a:t>Entity</a:t>
            </a:r>
            <a:r>
              <a:rPr lang="es-ES" sz="2000" dirty="0"/>
              <a:t> y clases integrables (</a:t>
            </a:r>
            <a:r>
              <a:rPr lang="es-ES" sz="2000" i="1" dirty="0" err="1"/>
              <a:t>Embebable</a:t>
            </a:r>
            <a:r>
              <a:rPr lang="es-ES" sz="2000" dirty="0"/>
              <a:t>).</a:t>
            </a:r>
          </a:p>
          <a:p>
            <a:pPr marL="342900" lvl="0" indent="-342900">
              <a:buFont typeface="Wingdings" panose="05000000000000000000" pitchFamily="2" charset="2"/>
              <a:buChar char="q"/>
            </a:pPr>
            <a:r>
              <a:rPr lang="es-ES" sz="2000" b="1" dirty="0"/>
              <a:t>Tipos de datos Java simples</a:t>
            </a:r>
            <a:r>
              <a:rPr lang="es-ES" sz="2000" dirty="0"/>
              <a:t>: tipos primitivos, </a:t>
            </a:r>
            <a:r>
              <a:rPr lang="es-ES" sz="2000" dirty="0" err="1"/>
              <a:t>Wrappers</a:t>
            </a:r>
            <a:r>
              <a:rPr lang="es-ES" sz="2000" dirty="0"/>
              <a:t>, String, Date y </a:t>
            </a:r>
            <a:r>
              <a:rPr lang="es-ES" sz="2000" dirty="0" err="1"/>
              <a:t>Math</a:t>
            </a:r>
            <a:r>
              <a:rPr lang="es-ES" sz="2000" dirty="0"/>
              <a:t>.</a:t>
            </a:r>
          </a:p>
          <a:p>
            <a:pPr marL="342900" lvl="0" indent="-342900">
              <a:buFont typeface="Wingdings" panose="05000000000000000000" pitchFamily="2" charset="2"/>
              <a:buChar char="q"/>
            </a:pPr>
            <a:r>
              <a:rPr lang="es-ES" sz="2000" b="1" dirty="0"/>
              <a:t>Tipos de colecciones</a:t>
            </a:r>
            <a:r>
              <a:rPr lang="es-ES" sz="2000" dirty="0"/>
              <a:t>: Listas, mapas, </a:t>
            </a:r>
            <a:r>
              <a:rPr lang="es-ES" sz="2000" dirty="0" err="1"/>
              <a:t>arrays</a:t>
            </a:r>
            <a:r>
              <a:rPr lang="es-ES" sz="2000" dirty="0"/>
              <a:t>.</a:t>
            </a:r>
          </a:p>
          <a:p>
            <a:pPr marL="342900" lvl="0" indent="-342900">
              <a:buFont typeface="Wingdings" panose="05000000000000000000" pitchFamily="2" charset="2"/>
              <a:buChar char="q"/>
            </a:pPr>
            <a:r>
              <a:rPr lang="es-ES" sz="2000" b="1" dirty="0"/>
              <a:t>Tipos enumerados</a:t>
            </a:r>
            <a:r>
              <a:rPr lang="es-ES" sz="2000" dirty="0"/>
              <a:t>.</a:t>
            </a:r>
          </a:p>
          <a:p>
            <a:pPr marL="342900" lvl="0" indent="-342900">
              <a:buFont typeface="Wingdings" panose="05000000000000000000" pitchFamily="2" charset="2"/>
              <a:buChar char="q"/>
            </a:pPr>
            <a:r>
              <a:rPr lang="es-ES" sz="2000" b="1" dirty="0"/>
              <a:t>Tipos </a:t>
            </a:r>
            <a:r>
              <a:rPr lang="es-ES" sz="2000" b="1" dirty="0" err="1"/>
              <a:t>serializables</a:t>
            </a:r>
            <a:r>
              <a:rPr lang="es-ES" sz="2000" b="1" dirty="0"/>
              <a:t> </a:t>
            </a:r>
            <a:r>
              <a:rPr lang="es-ES" sz="2000" dirty="0"/>
              <a:t>(definidos por el usuario o de la API Java).</a:t>
            </a:r>
          </a:p>
          <a:p>
            <a:pPr lvl="0">
              <a:buNone/>
            </a:pPr>
            <a:r>
              <a:rPr lang="es-ES" sz="2000" dirty="0"/>
              <a:t>Solo las instancias de las clases </a:t>
            </a:r>
            <a:r>
              <a:rPr lang="es-ES" sz="2000" i="1" dirty="0" err="1"/>
              <a:t>Entity</a:t>
            </a:r>
            <a:r>
              <a:rPr lang="es-ES" sz="2000" dirty="0"/>
              <a:t> se pueden almacenar directamente en la base de datos. Otros tipos persistentes se pueden incrustar en clases </a:t>
            </a:r>
            <a:r>
              <a:rPr lang="es-ES" sz="2000" i="1" dirty="0" err="1"/>
              <a:t>Entity</a:t>
            </a:r>
            <a:r>
              <a:rPr lang="es-ES" sz="2000" dirty="0"/>
              <a:t>. </a:t>
            </a:r>
            <a:endParaRPr lang="en-US"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4.- CLASES JPA ENTITY. Tipos persistentes</a:t>
            </a:r>
          </a:p>
        </p:txBody>
      </p:sp>
    </p:spTree>
    <p:extLst>
      <p:ext uri="{BB962C8B-B14F-4D97-AF65-F5344CB8AC3E}">
        <p14:creationId xmlns:p14="http://schemas.microsoft.com/office/powerpoint/2010/main" val="320381383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539750" y="1052512"/>
            <a:ext cx="8229600" cy="5472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n-US" sz="2000" b="1" u="sng" dirty="0" err="1"/>
              <a:t>Clases</a:t>
            </a:r>
            <a:r>
              <a:rPr lang="en-US" sz="2000" b="1" u="sng" dirty="0"/>
              <a:t> Entity</a:t>
            </a:r>
          </a:p>
          <a:p>
            <a:pPr lvl="0">
              <a:buNone/>
            </a:pPr>
            <a:r>
              <a:rPr lang="es-ES" sz="2000" dirty="0"/>
              <a:t>Ya hemos visto que la forma más </a:t>
            </a:r>
            <a:r>
              <a:rPr lang="es-ES" sz="2000" dirty="0" err="1"/>
              <a:t>sencila</a:t>
            </a:r>
            <a:r>
              <a:rPr lang="es-ES" sz="2000" dirty="0"/>
              <a:t> de declarar que una clase es </a:t>
            </a:r>
            <a:r>
              <a:rPr lang="es-ES" sz="2000" dirty="0" err="1"/>
              <a:t>Entity</a:t>
            </a:r>
            <a:r>
              <a:rPr lang="es-ES" sz="2000" dirty="0"/>
              <a:t> JPA es, usando únicamente  la anotación @Entity:</a:t>
            </a:r>
          </a:p>
          <a:p>
            <a:pPr lvl="0">
              <a:buNone/>
            </a:pPr>
            <a:endParaRPr lang="es-ES" sz="2000" dirty="0"/>
          </a:p>
          <a:p>
            <a:pPr lvl="0">
              <a:buNone/>
            </a:pPr>
            <a:endParaRPr lang="es-ES" sz="2000" dirty="0"/>
          </a:p>
          <a:p>
            <a:pPr lvl="0">
              <a:buNone/>
            </a:pPr>
            <a:r>
              <a:rPr lang="es-ES" sz="2000" dirty="0"/>
              <a:t>Una clase </a:t>
            </a:r>
            <a:r>
              <a:rPr lang="es-ES" sz="2000" dirty="0" err="1"/>
              <a:t>Entity</a:t>
            </a:r>
            <a:r>
              <a:rPr lang="es-ES" sz="2000" dirty="0"/>
              <a:t>, como cualquier otra clase Java, puede extender otra clase o implementar Interfaces.</a:t>
            </a:r>
          </a:p>
          <a:p>
            <a:pPr lvl="0">
              <a:buNone/>
            </a:pPr>
            <a:r>
              <a:rPr lang="es-ES" sz="2000" dirty="0"/>
              <a:t>Las clases </a:t>
            </a:r>
            <a:r>
              <a:rPr lang="es-ES" sz="2000" dirty="0" err="1"/>
              <a:t>Entity</a:t>
            </a:r>
            <a:r>
              <a:rPr lang="es-ES" sz="2000" dirty="0"/>
              <a:t>, se representan en las </a:t>
            </a:r>
            <a:r>
              <a:rPr lang="es-ES" sz="2000" i="1" dirty="0" err="1"/>
              <a:t>Queries</a:t>
            </a:r>
            <a:r>
              <a:rPr lang="es-ES" sz="2000" i="1" dirty="0"/>
              <a:t> </a:t>
            </a:r>
            <a:r>
              <a:rPr lang="es-ES" sz="2000" dirty="0"/>
              <a:t>o consultas mediante </a:t>
            </a:r>
            <a:r>
              <a:rPr lang="es-ES" sz="2000" b="1" dirty="0"/>
              <a:t>nombres de entidad. </a:t>
            </a:r>
            <a:r>
              <a:rPr lang="es-ES" sz="2000" dirty="0"/>
              <a:t>Por defecto, el </a:t>
            </a:r>
            <a:r>
              <a:rPr lang="es-ES" sz="2000" b="1" dirty="0"/>
              <a:t>nombre de entidad </a:t>
            </a:r>
            <a:r>
              <a:rPr lang="es-ES" sz="2000" dirty="0"/>
              <a:t>coincide con el nombre de la clase. Si se quiere usar otro nombre de entidad, hay que usar un modificador en la anotación </a:t>
            </a:r>
            <a:r>
              <a:rPr lang="es-ES" sz="2000" i="1" dirty="0"/>
              <a:t>@Entity</a:t>
            </a:r>
            <a:r>
              <a:rPr lang="es-ES" sz="2000" dirty="0"/>
              <a:t>. Por ejemplo:</a:t>
            </a:r>
          </a:p>
          <a:p>
            <a:pPr lvl="0">
              <a:buNone/>
            </a:pPr>
            <a:endParaRPr lang="en-US" sz="2000" dirty="0"/>
          </a:p>
          <a:p>
            <a:pPr lvl="0">
              <a:buNone/>
            </a:pPr>
            <a:endParaRPr lang="en-US"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4.- CLASES JPA ENTITY. Tipos persistentes</a:t>
            </a:r>
          </a:p>
        </p:txBody>
      </p:sp>
      <p:pic>
        <p:nvPicPr>
          <p:cNvPr id="3" name="Imagen 2">
            <a:extLst>
              <a:ext uri="{FF2B5EF4-FFF2-40B4-BE49-F238E27FC236}">
                <a16:creationId xmlns:a16="http://schemas.microsoft.com/office/drawing/2014/main" id="{35EE8262-15AA-5A4D-E3A0-AD5C75275B9F}"/>
              </a:ext>
            </a:extLst>
          </p:cNvPr>
          <p:cNvPicPr>
            <a:picLocks noChangeAspect="1"/>
          </p:cNvPicPr>
          <p:nvPr/>
        </p:nvPicPr>
        <p:blipFill>
          <a:blip r:embed="rId3"/>
          <a:stretch>
            <a:fillRect/>
          </a:stretch>
        </p:blipFill>
        <p:spPr>
          <a:xfrm>
            <a:off x="2627785" y="2348880"/>
            <a:ext cx="2736304" cy="943231"/>
          </a:xfrm>
          <a:prstGeom prst="rect">
            <a:avLst/>
          </a:prstGeom>
        </p:spPr>
      </p:pic>
      <p:pic>
        <p:nvPicPr>
          <p:cNvPr id="6" name="Imagen 5">
            <a:extLst>
              <a:ext uri="{FF2B5EF4-FFF2-40B4-BE49-F238E27FC236}">
                <a16:creationId xmlns:a16="http://schemas.microsoft.com/office/drawing/2014/main" id="{B1F9FFE9-522A-1E08-253C-B08B03B55395}"/>
              </a:ext>
            </a:extLst>
          </p:cNvPr>
          <p:cNvPicPr>
            <a:picLocks noChangeAspect="1"/>
          </p:cNvPicPr>
          <p:nvPr/>
        </p:nvPicPr>
        <p:blipFill>
          <a:blip r:embed="rId4"/>
          <a:stretch>
            <a:fillRect/>
          </a:stretch>
        </p:blipFill>
        <p:spPr>
          <a:xfrm>
            <a:off x="2627785" y="5617266"/>
            <a:ext cx="3096344" cy="1240734"/>
          </a:xfrm>
          <a:prstGeom prst="rect">
            <a:avLst/>
          </a:prstGeom>
        </p:spPr>
      </p:pic>
    </p:spTree>
    <p:extLst>
      <p:ext uri="{BB962C8B-B14F-4D97-AF65-F5344CB8AC3E}">
        <p14:creationId xmlns:p14="http://schemas.microsoft.com/office/powerpoint/2010/main" val="149473176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539750" y="1052512"/>
            <a:ext cx="8229600" cy="5472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n-US" sz="2000" b="1" u="sng" dirty="0" err="1"/>
              <a:t>Clases</a:t>
            </a:r>
            <a:r>
              <a:rPr lang="en-US" sz="2000" b="1" u="sng" dirty="0"/>
              <a:t> </a:t>
            </a:r>
            <a:r>
              <a:rPr lang="en-US" sz="2000" b="1" u="sng" dirty="0" err="1"/>
              <a:t>Embedable</a:t>
            </a:r>
            <a:endParaRPr lang="en-US" sz="2000" b="1" u="sng" dirty="0"/>
          </a:p>
          <a:p>
            <a:pPr lvl="0">
              <a:buNone/>
            </a:pPr>
            <a:r>
              <a:rPr lang="es-ES" sz="2000" dirty="0"/>
              <a:t>Una clase </a:t>
            </a:r>
            <a:r>
              <a:rPr lang="es-ES" sz="2000" i="1" dirty="0" err="1"/>
              <a:t>Embedable</a:t>
            </a:r>
            <a:r>
              <a:rPr lang="es-ES" sz="2000" i="1" dirty="0"/>
              <a:t> </a:t>
            </a:r>
            <a:r>
              <a:rPr lang="es-ES" sz="2000" dirty="0"/>
              <a:t>permite instanciar objetos. Pero estos objetos solo pueden ser persistentes si están integrados dentro de un objeto de una clase </a:t>
            </a:r>
            <a:r>
              <a:rPr lang="es-ES" sz="2000" i="1" dirty="0" err="1"/>
              <a:t>Entity</a:t>
            </a:r>
            <a:r>
              <a:rPr lang="es-ES" sz="2000" i="1" dirty="0"/>
              <a:t>.</a:t>
            </a:r>
          </a:p>
          <a:p>
            <a:pPr lvl="0">
              <a:buNone/>
            </a:pPr>
            <a:r>
              <a:rPr lang="es-ES" sz="2000" dirty="0"/>
              <a:t> Para declarar una clase </a:t>
            </a:r>
            <a:r>
              <a:rPr lang="es-ES" sz="2000" i="1" dirty="0" err="1"/>
              <a:t>Embedable</a:t>
            </a:r>
            <a:r>
              <a:rPr lang="es-ES" sz="2000" dirty="0"/>
              <a:t>, se usa la anotación </a:t>
            </a:r>
            <a:r>
              <a:rPr lang="es-ES" sz="2000" b="1" dirty="0"/>
              <a:t>@Embedable. </a:t>
            </a:r>
            <a:r>
              <a:rPr lang="es-ES" sz="2000" dirty="0"/>
              <a:t>Por ejemplo, para declarar una clase </a:t>
            </a:r>
            <a:r>
              <a:rPr lang="es-ES" sz="2000" i="1" dirty="0" err="1"/>
              <a:t>Embedable</a:t>
            </a:r>
            <a:r>
              <a:rPr lang="es-ES" sz="2000" dirty="0"/>
              <a:t> para la dirección de una persona:</a:t>
            </a:r>
          </a:p>
          <a:p>
            <a:pPr lvl="0">
              <a:buNone/>
            </a:pPr>
            <a:endParaRPr lang="es-ES" sz="2000" dirty="0"/>
          </a:p>
          <a:p>
            <a:pPr lvl="0">
              <a:buNone/>
            </a:pPr>
            <a:endParaRPr lang="es-ES" sz="2000" dirty="0"/>
          </a:p>
          <a:p>
            <a:pPr lvl="0">
              <a:buNone/>
            </a:pPr>
            <a:endParaRPr lang="es-ES" sz="2000" dirty="0"/>
          </a:p>
          <a:p>
            <a:pPr lvl="0">
              <a:buNone/>
            </a:pPr>
            <a:endParaRPr lang="es-ES" sz="2000" dirty="0"/>
          </a:p>
          <a:p>
            <a:pPr lvl="0">
              <a:buNone/>
            </a:pPr>
            <a:r>
              <a:rPr lang="es-ES" sz="2000" dirty="0"/>
              <a:t>Un objeto dirección no se podría persistir directamente pero si se podría si forma parte de otro objeto de una clase </a:t>
            </a:r>
            <a:r>
              <a:rPr lang="es-ES" sz="2000" i="1" dirty="0" err="1"/>
              <a:t>Entity</a:t>
            </a:r>
            <a:r>
              <a:rPr lang="es-ES" sz="2000" dirty="0"/>
              <a:t>.</a:t>
            </a:r>
          </a:p>
          <a:p>
            <a:pPr lvl="0">
              <a:buNone/>
            </a:pPr>
            <a:endParaRPr lang="en-US"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4.- CLASES JPA ENTITY. Tipos persistentes</a:t>
            </a:r>
          </a:p>
        </p:txBody>
      </p:sp>
      <p:pic>
        <p:nvPicPr>
          <p:cNvPr id="5" name="Imagen 4">
            <a:extLst>
              <a:ext uri="{FF2B5EF4-FFF2-40B4-BE49-F238E27FC236}">
                <a16:creationId xmlns:a16="http://schemas.microsoft.com/office/drawing/2014/main" id="{E287A10E-597F-3B74-7C7A-6266015F5360}"/>
              </a:ext>
            </a:extLst>
          </p:cNvPr>
          <p:cNvPicPr>
            <a:picLocks noChangeAspect="1"/>
          </p:cNvPicPr>
          <p:nvPr/>
        </p:nvPicPr>
        <p:blipFill>
          <a:blip r:embed="rId3"/>
          <a:stretch>
            <a:fillRect/>
          </a:stretch>
        </p:blipFill>
        <p:spPr>
          <a:xfrm>
            <a:off x="2411760" y="3788927"/>
            <a:ext cx="3248025" cy="1562100"/>
          </a:xfrm>
          <a:prstGeom prst="rect">
            <a:avLst/>
          </a:prstGeom>
        </p:spPr>
      </p:pic>
    </p:spTree>
    <p:extLst>
      <p:ext uri="{BB962C8B-B14F-4D97-AF65-F5344CB8AC3E}">
        <p14:creationId xmlns:p14="http://schemas.microsoft.com/office/powerpoint/2010/main" val="20863567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539750" y="1052512"/>
            <a:ext cx="8229600" cy="5472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endParaRPr lang="en-US" sz="2000" dirty="0"/>
          </a:p>
          <a:p>
            <a:pPr lvl="0">
              <a:buNone/>
            </a:pPr>
            <a:r>
              <a:rPr lang="en-US" sz="2000" dirty="0"/>
              <a:t>Los </a:t>
            </a:r>
            <a:r>
              <a:rPr lang="en-US" sz="2000" dirty="0" err="1"/>
              <a:t>atributos</a:t>
            </a:r>
            <a:r>
              <a:rPr lang="en-US" sz="2000" dirty="0"/>
              <a:t> o </a:t>
            </a:r>
            <a:r>
              <a:rPr lang="en-US" sz="2000" dirty="0" err="1"/>
              <a:t>campos</a:t>
            </a:r>
            <a:r>
              <a:rPr lang="en-US" sz="2000" dirty="0"/>
              <a:t> de </a:t>
            </a:r>
            <a:r>
              <a:rPr lang="en-US" sz="2000" dirty="0" err="1"/>
              <a:t>una</a:t>
            </a:r>
            <a:r>
              <a:rPr lang="en-US" sz="2000" dirty="0"/>
              <a:t> </a:t>
            </a:r>
            <a:r>
              <a:rPr lang="en-US" sz="2000" dirty="0" err="1"/>
              <a:t>clase</a:t>
            </a:r>
            <a:r>
              <a:rPr lang="en-US" sz="2000" dirty="0"/>
              <a:t> Entity JPA, </a:t>
            </a:r>
            <a:r>
              <a:rPr lang="en-US" sz="2000" dirty="0" err="1"/>
              <a:t>pueden</a:t>
            </a:r>
            <a:r>
              <a:rPr lang="en-US" sz="2000" dirty="0"/>
              <a:t> ser de </a:t>
            </a:r>
            <a:r>
              <a:rPr lang="en-US" sz="2000" dirty="0" err="1"/>
              <a:t>varios</a:t>
            </a:r>
            <a:r>
              <a:rPr lang="en-US" sz="2000" dirty="0"/>
              <a:t> </a:t>
            </a:r>
            <a:r>
              <a:rPr lang="en-US" sz="2000" dirty="0" err="1"/>
              <a:t>tipos</a:t>
            </a:r>
            <a:r>
              <a:rPr lang="en-US" sz="2000" dirty="0"/>
              <a:t> </a:t>
            </a:r>
            <a:r>
              <a:rPr lang="en-US" sz="2000" dirty="0" err="1"/>
              <a:t>según</a:t>
            </a:r>
            <a:r>
              <a:rPr lang="en-US" sz="2000" dirty="0"/>
              <a:t> </a:t>
            </a:r>
            <a:r>
              <a:rPr lang="en-US" sz="2000" dirty="0" err="1"/>
              <a:t>su</a:t>
            </a:r>
            <a:r>
              <a:rPr lang="en-US" sz="2000" dirty="0"/>
              <a:t> </a:t>
            </a:r>
            <a:r>
              <a:rPr lang="en-US" sz="2000" dirty="0" err="1"/>
              <a:t>comportamiento</a:t>
            </a:r>
            <a:r>
              <a:rPr lang="en-US" sz="2000" dirty="0"/>
              <a:t>:</a:t>
            </a:r>
          </a:p>
          <a:p>
            <a:pPr lvl="0">
              <a:buNone/>
            </a:pPr>
            <a:endParaRPr lang="en-US" sz="2000" dirty="0"/>
          </a:p>
          <a:p>
            <a:pPr marL="342900" lvl="0" indent="-342900">
              <a:buFont typeface="Wingdings" panose="05000000000000000000" pitchFamily="2" charset="2"/>
              <a:buChar char="q"/>
            </a:pPr>
            <a:r>
              <a:rPr lang="en-US" sz="2000" b="1" dirty="0" err="1"/>
              <a:t>Atributos</a:t>
            </a:r>
            <a:r>
              <a:rPr lang="en-US" sz="2000" b="1" dirty="0"/>
              <a:t> </a:t>
            </a:r>
            <a:r>
              <a:rPr lang="en-US" sz="2000" b="1" dirty="0" err="1"/>
              <a:t>transitorios</a:t>
            </a:r>
            <a:r>
              <a:rPr lang="en-US" sz="2000" b="1" dirty="0"/>
              <a:t> (Transient)</a:t>
            </a:r>
          </a:p>
          <a:p>
            <a:pPr marL="342900" lvl="0" indent="-342900">
              <a:buFont typeface="Wingdings" panose="05000000000000000000" pitchFamily="2" charset="2"/>
              <a:buChar char="q"/>
            </a:pPr>
            <a:r>
              <a:rPr lang="en-US" sz="2000" b="1" dirty="0" err="1"/>
              <a:t>Atributos</a:t>
            </a:r>
            <a:r>
              <a:rPr lang="en-US" sz="2000" b="1" dirty="0"/>
              <a:t> </a:t>
            </a:r>
            <a:r>
              <a:rPr lang="en-US" sz="2000" b="1" dirty="0" err="1"/>
              <a:t>persistentes</a:t>
            </a:r>
            <a:endParaRPr lang="en-US" sz="2000" b="1" dirty="0"/>
          </a:p>
          <a:p>
            <a:pPr marL="342900" lvl="0" indent="-342900">
              <a:buFont typeface="Wingdings" panose="05000000000000000000" pitchFamily="2" charset="2"/>
              <a:buChar char="q"/>
            </a:pPr>
            <a:r>
              <a:rPr lang="en-US" sz="2000" b="1" dirty="0" err="1"/>
              <a:t>Atributos</a:t>
            </a:r>
            <a:r>
              <a:rPr lang="en-US" sz="2000" b="1" dirty="0"/>
              <a:t> Mapped By</a:t>
            </a:r>
          </a:p>
          <a:p>
            <a:pPr marL="342900" lvl="0" indent="-342900">
              <a:buFont typeface="Wingdings" panose="05000000000000000000" pitchFamily="2" charset="2"/>
              <a:buChar char="q"/>
            </a:pPr>
            <a:r>
              <a:rPr lang="en-US" sz="2000" b="1" dirty="0" err="1"/>
              <a:t>Atributos</a:t>
            </a:r>
            <a:r>
              <a:rPr lang="en-US" sz="2000" b="1" dirty="0"/>
              <a:t> Primary Key</a:t>
            </a:r>
          </a:p>
          <a:p>
            <a:pPr marL="342900" lvl="0" indent="-342900">
              <a:buFont typeface="Wingdings" panose="05000000000000000000" pitchFamily="2" charset="2"/>
              <a:buChar char="q"/>
            </a:pPr>
            <a:r>
              <a:rPr lang="en-US" sz="2000" b="1" dirty="0" err="1"/>
              <a:t>Atributo</a:t>
            </a:r>
            <a:r>
              <a:rPr lang="en-US" sz="2000" b="1" dirty="0"/>
              <a:t> </a:t>
            </a:r>
            <a:r>
              <a:rPr lang="en-US" sz="2000" b="1" dirty="0" err="1"/>
              <a:t>número</a:t>
            </a:r>
            <a:r>
              <a:rPr lang="en-US" sz="2000" b="1" dirty="0"/>
              <a:t> de </a:t>
            </a:r>
            <a:r>
              <a:rPr lang="en-US" sz="2000" b="1" dirty="0" err="1"/>
              <a:t>versión</a:t>
            </a:r>
            <a:endParaRPr lang="en-US" b="1"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4.- CLASES JPA ENTITY. Atributos</a:t>
            </a:r>
          </a:p>
        </p:txBody>
      </p:sp>
    </p:spTree>
    <p:extLst>
      <p:ext uri="{BB962C8B-B14F-4D97-AF65-F5344CB8AC3E}">
        <p14:creationId xmlns:p14="http://schemas.microsoft.com/office/powerpoint/2010/main" val="298673195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458788" y="1268760"/>
            <a:ext cx="8229600" cy="5472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u="sng" dirty="0"/>
              <a:t>Atributos transitorios (</a:t>
            </a:r>
            <a:r>
              <a:rPr lang="es-ES" sz="2000" b="1" u="sng" dirty="0" err="1"/>
              <a:t>Transient</a:t>
            </a:r>
            <a:r>
              <a:rPr lang="es-ES" sz="2000" b="1" u="sng" dirty="0"/>
              <a:t>)</a:t>
            </a:r>
          </a:p>
          <a:p>
            <a:pPr lvl="0">
              <a:buNone/>
            </a:pPr>
            <a:r>
              <a:rPr lang="es-ES" sz="2000" dirty="0"/>
              <a:t>Son atributos que, formando parte de una clase </a:t>
            </a:r>
            <a:r>
              <a:rPr lang="es-ES" sz="2000" i="1" dirty="0" err="1"/>
              <a:t>Entity</a:t>
            </a:r>
            <a:r>
              <a:rPr lang="es-ES" sz="2000" dirty="0"/>
              <a:t> JPA, sus valores nunca se almacenan en la base de datos.</a:t>
            </a:r>
          </a:p>
          <a:p>
            <a:pPr lvl="0">
              <a:buNone/>
            </a:pPr>
            <a:r>
              <a:rPr lang="es-ES" sz="2000" dirty="0"/>
              <a:t>Los atributos declarados </a:t>
            </a:r>
            <a:r>
              <a:rPr lang="es-ES" sz="2000" b="1" dirty="0" err="1"/>
              <a:t>static</a:t>
            </a:r>
            <a:r>
              <a:rPr lang="es-ES" sz="2000" b="1" dirty="0"/>
              <a:t> o final </a:t>
            </a:r>
            <a:r>
              <a:rPr lang="es-ES" sz="2000" dirty="0"/>
              <a:t>son atributos transitorios.</a:t>
            </a:r>
          </a:p>
          <a:p>
            <a:pPr lvl="0">
              <a:buNone/>
            </a:pPr>
            <a:r>
              <a:rPr lang="es-ES" sz="2000" dirty="0"/>
              <a:t>Podemos establecer explícitamente que otros atributos de una clase </a:t>
            </a:r>
            <a:r>
              <a:rPr lang="es-ES" sz="2000" i="1" dirty="0" err="1"/>
              <a:t>Entity</a:t>
            </a:r>
            <a:r>
              <a:rPr lang="es-ES" sz="2000" dirty="0"/>
              <a:t> JPA se comporten como transitorios mediante la anotación </a:t>
            </a:r>
            <a:r>
              <a:rPr lang="es-ES" sz="2000" b="1" dirty="0"/>
              <a:t>@Transient. </a:t>
            </a:r>
            <a:r>
              <a:rPr lang="es-ES" sz="2000" dirty="0"/>
              <a:t>Por ejemplo:</a:t>
            </a:r>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4.- CLASES JPA ENTITY. Atributos</a:t>
            </a:r>
          </a:p>
        </p:txBody>
      </p:sp>
      <p:pic>
        <p:nvPicPr>
          <p:cNvPr id="3" name="Imagen 2">
            <a:extLst>
              <a:ext uri="{FF2B5EF4-FFF2-40B4-BE49-F238E27FC236}">
                <a16:creationId xmlns:a16="http://schemas.microsoft.com/office/drawing/2014/main" id="{EC637B67-D0CA-39D6-69B4-65DF2A1644E6}"/>
              </a:ext>
            </a:extLst>
          </p:cNvPr>
          <p:cNvPicPr>
            <a:picLocks noChangeAspect="1"/>
          </p:cNvPicPr>
          <p:nvPr/>
        </p:nvPicPr>
        <p:blipFill>
          <a:blip r:embed="rId3"/>
          <a:stretch>
            <a:fillRect/>
          </a:stretch>
        </p:blipFill>
        <p:spPr>
          <a:xfrm>
            <a:off x="1835696" y="4361068"/>
            <a:ext cx="4838700" cy="2362200"/>
          </a:xfrm>
          <a:prstGeom prst="rect">
            <a:avLst/>
          </a:prstGeom>
        </p:spPr>
      </p:pic>
    </p:spTree>
    <p:extLst>
      <p:ext uri="{BB962C8B-B14F-4D97-AF65-F5344CB8AC3E}">
        <p14:creationId xmlns:p14="http://schemas.microsoft.com/office/powerpoint/2010/main" val="260313404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458788" y="1268760"/>
            <a:ext cx="8229600" cy="5472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u="sng" dirty="0"/>
              <a:t>Atributos persistentes </a:t>
            </a:r>
          </a:p>
          <a:p>
            <a:pPr lvl="0">
              <a:buNone/>
            </a:pPr>
            <a:endParaRPr lang="es-ES" sz="2000" b="1" u="sng" dirty="0"/>
          </a:p>
          <a:p>
            <a:pPr marL="342900" lvl="0" indent="-342900">
              <a:buFont typeface="Wingdings" panose="05000000000000000000" pitchFamily="2" charset="2"/>
              <a:buChar char="q"/>
            </a:pPr>
            <a:r>
              <a:rPr lang="es-ES" sz="2000" dirty="0"/>
              <a:t>Son todos los atributos que, formando parte de una clase </a:t>
            </a:r>
            <a:r>
              <a:rPr lang="es-ES" sz="2000" i="1" dirty="0" err="1"/>
              <a:t>Entity</a:t>
            </a:r>
            <a:r>
              <a:rPr lang="es-ES" sz="2000" dirty="0"/>
              <a:t> </a:t>
            </a:r>
            <a:r>
              <a:rPr lang="es-ES" sz="2000" i="1" dirty="0"/>
              <a:t>JPA</a:t>
            </a:r>
            <a:r>
              <a:rPr lang="es-ES" sz="2000" dirty="0"/>
              <a:t>, son persistidos cuando  se persiste o graba un objeto de la clase.</a:t>
            </a:r>
          </a:p>
          <a:p>
            <a:pPr marL="342900" lvl="0" indent="-342900">
              <a:buFont typeface="Wingdings" panose="05000000000000000000" pitchFamily="2" charset="2"/>
              <a:buChar char="q"/>
            </a:pPr>
            <a:r>
              <a:rPr lang="es-ES" sz="2000" dirty="0"/>
              <a:t>Realmente todos los que no son transitorios, son persistentes.</a:t>
            </a:r>
          </a:p>
          <a:p>
            <a:pPr marL="342900" lvl="0" indent="-342900">
              <a:buFont typeface="Wingdings" panose="05000000000000000000" pitchFamily="2" charset="2"/>
              <a:buChar char="q"/>
            </a:pPr>
            <a:r>
              <a:rPr lang="es-ES" sz="2000" dirty="0"/>
              <a:t>Cuando se graba un objeto persistente, todos sus atributos deben pertenecer a un tipo persistente. Sus atributos pueden contener nulos.</a:t>
            </a:r>
          </a:p>
          <a:p>
            <a:pPr marL="342900" lvl="0" indent="-342900">
              <a:buFont typeface="Wingdings" panose="05000000000000000000" pitchFamily="2" charset="2"/>
              <a:buChar char="q"/>
            </a:pPr>
            <a:r>
              <a:rPr lang="es-ES" sz="2000" dirty="0"/>
              <a:t>Al grabar objetos persistente, sólo se graba el estado (valor) de sus atributos, no el código de los métodos de la clase </a:t>
            </a:r>
            <a:r>
              <a:rPr lang="es-ES" sz="2000" i="1" dirty="0" err="1"/>
              <a:t>Entity</a:t>
            </a:r>
            <a:r>
              <a:rPr lang="es-ES" sz="2000" dirty="0"/>
              <a:t>, si los tuviera.</a:t>
            </a:r>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4.- CLASES JPA ENTITY. Atributos</a:t>
            </a:r>
          </a:p>
        </p:txBody>
      </p:sp>
    </p:spTree>
    <p:extLst>
      <p:ext uri="{BB962C8B-B14F-4D97-AF65-F5344CB8AC3E}">
        <p14:creationId xmlns:p14="http://schemas.microsoft.com/office/powerpoint/2010/main" val="18012566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458788" y="1268760"/>
            <a:ext cx="8229600" cy="5472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u="sng" dirty="0"/>
              <a:t>Atributos persistentes </a:t>
            </a:r>
          </a:p>
          <a:p>
            <a:pPr lvl="0">
              <a:buNone/>
            </a:pPr>
            <a:endParaRPr lang="es-ES" sz="2000" b="1" u="sng" dirty="0"/>
          </a:p>
          <a:p>
            <a:pPr lvl="0">
              <a:buNone/>
            </a:pPr>
            <a:r>
              <a:rPr lang="es-ES" sz="2000" dirty="0"/>
              <a:t>Los atributos persistentes se pueden marcar con cualquiera de las siguientes anotaciones:</a:t>
            </a:r>
          </a:p>
          <a:p>
            <a:pPr lvl="0">
              <a:buNone/>
            </a:pPr>
            <a:r>
              <a:rPr lang="en-US" sz="2000" b="1" dirty="0">
                <a:solidFill>
                  <a:schemeClr val="accent6">
                    <a:lumMod val="75000"/>
                  </a:schemeClr>
                </a:solidFill>
              </a:rPr>
              <a:t>@OneToOne, @ManyToOne </a:t>
            </a:r>
            <a:r>
              <a:rPr lang="en-US" sz="2000" dirty="0"/>
              <a:t>– </a:t>
            </a:r>
            <a:r>
              <a:rPr lang="es-ES" sz="2000" dirty="0"/>
              <a:t>Para referenciar a otro objeto persistente.</a:t>
            </a:r>
          </a:p>
          <a:p>
            <a:pPr lvl="0">
              <a:buNone/>
            </a:pPr>
            <a:r>
              <a:rPr lang="es-ES" sz="2000" b="1" dirty="0">
                <a:solidFill>
                  <a:schemeClr val="accent6">
                    <a:lumMod val="75000"/>
                  </a:schemeClr>
                </a:solidFill>
              </a:rPr>
              <a:t>@OneToMany, @ManyToMany </a:t>
            </a:r>
            <a:r>
              <a:rPr lang="es-ES" sz="2000" dirty="0"/>
              <a:t>– Para referenciar a colecciones de objetos persistentes.</a:t>
            </a:r>
          </a:p>
          <a:p>
            <a:pPr lvl="0">
              <a:buNone/>
            </a:pPr>
            <a:r>
              <a:rPr lang="es-ES" sz="2000" b="1" dirty="0">
                <a:solidFill>
                  <a:schemeClr val="accent6">
                    <a:lumMod val="75000"/>
                  </a:schemeClr>
                </a:solidFill>
              </a:rPr>
              <a:t>@Basic </a:t>
            </a:r>
            <a:r>
              <a:rPr lang="es-ES" sz="2000" dirty="0"/>
              <a:t>– No se </a:t>
            </a:r>
            <a:r>
              <a:rPr lang="es-ES" sz="2000" dirty="0" err="1"/>
              <a:t>require</a:t>
            </a:r>
            <a:r>
              <a:rPr lang="es-ES" sz="2000" dirty="0"/>
              <a:t>, por defecto, se considera que un atributo es Basic.</a:t>
            </a:r>
          </a:p>
          <a:p>
            <a:pPr lvl="0">
              <a:buNone/>
            </a:pPr>
            <a:r>
              <a:rPr lang="es-ES" sz="2000" b="1" dirty="0">
                <a:solidFill>
                  <a:schemeClr val="accent6">
                    <a:lumMod val="75000"/>
                  </a:schemeClr>
                </a:solidFill>
              </a:rPr>
              <a:t>@Embedded </a:t>
            </a:r>
            <a:r>
              <a:rPr lang="es-ES" sz="2000" dirty="0"/>
              <a:t>– Para anotar un atributo perteneciente a un objeto de una clase </a:t>
            </a:r>
            <a:r>
              <a:rPr lang="es-ES" sz="2000" i="1" dirty="0" err="1"/>
              <a:t>Embedable</a:t>
            </a:r>
            <a:r>
              <a:rPr lang="es-ES" sz="2000" dirty="0"/>
              <a:t>. No se requiere, salvo que se trata de un Id.</a:t>
            </a:r>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4.- CLASES JPA ENTITY. Atributos</a:t>
            </a:r>
          </a:p>
        </p:txBody>
      </p:sp>
    </p:spTree>
    <p:extLst>
      <p:ext uri="{BB962C8B-B14F-4D97-AF65-F5344CB8AC3E}">
        <p14:creationId xmlns:p14="http://schemas.microsoft.com/office/powerpoint/2010/main" val="354642714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458788" y="1268760"/>
            <a:ext cx="8229600" cy="5472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u="sng" dirty="0"/>
              <a:t>Atributos </a:t>
            </a:r>
            <a:r>
              <a:rPr lang="es-ES" sz="2000" b="1" u="sng" dirty="0" err="1"/>
              <a:t>Mapped</a:t>
            </a:r>
            <a:r>
              <a:rPr lang="es-ES" sz="2000" b="1" u="sng" dirty="0"/>
              <a:t> </a:t>
            </a:r>
            <a:r>
              <a:rPr lang="es-ES" sz="2000" b="1" u="sng" dirty="0" err="1"/>
              <a:t>By</a:t>
            </a:r>
            <a:endParaRPr lang="es-ES" sz="2000" b="1" u="sng" dirty="0"/>
          </a:p>
          <a:p>
            <a:pPr lvl="0">
              <a:buNone/>
            </a:pPr>
            <a:r>
              <a:rPr lang="es-ES" sz="2000" dirty="0"/>
              <a:t>Son atributos que contienen datos que no se almacenan como parte del objeto en que están declarados. Pero son accesibles cuando se consultan mediante una consulta.</a:t>
            </a:r>
          </a:p>
          <a:p>
            <a:pPr lvl="0">
              <a:buNone/>
            </a:pPr>
            <a:r>
              <a:rPr lang="es-ES" sz="2000" dirty="0"/>
              <a:t>Para declarar los atributos </a:t>
            </a:r>
            <a:r>
              <a:rPr lang="es-ES" sz="2000" b="1" dirty="0" err="1"/>
              <a:t>Mapped</a:t>
            </a:r>
            <a:r>
              <a:rPr lang="es-ES" sz="2000" b="1" dirty="0"/>
              <a:t> </a:t>
            </a:r>
            <a:r>
              <a:rPr lang="es-ES" sz="2000" b="1" dirty="0" err="1"/>
              <a:t>By</a:t>
            </a:r>
            <a:r>
              <a:rPr lang="es-ES" sz="2000" b="1" dirty="0"/>
              <a:t>, </a:t>
            </a:r>
            <a:r>
              <a:rPr lang="es-ES" sz="2000" dirty="0"/>
              <a:t>se usan las anotaciones </a:t>
            </a:r>
            <a:r>
              <a:rPr lang="en-US" sz="2000" b="1" dirty="0">
                <a:solidFill>
                  <a:schemeClr val="accent6">
                    <a:lumMod val="75000"/>
                  </a:schemeClr>
                </a:solidFill>
              </a:rPr>
              <a:t>@OneToOne, @ManyToOne, </a:t>
            </a:r>
            <a:r>
              <a:rPr lang="es-ES" sz="2000" b="1" dirty="0">
                <a:solidFill>
                  <a:schemeClr val="accent6">
                    <a:lumMod val="75000"/>
                  </a:schemeClr>
                </a:solidFill>
              </a:rPr>
              <a:t>@OneToMany, @ManyToMany.</a:t>
            </a:r>
          </a:p>
          <a:p>
            <a:pPr lvl="0">
              <a:buNone/>
            </a:pPr>
            <a:r>
              <a:rPr lang="es-ES" sz="2000" dirty="0"/>
              <a:t>Para conocer de forma básica estas anotaciones, vamos primero a desarrollar una clase </a:t>
            </a:r>
            <a:r>
              <a:rPr lang="es-ES" sz="2000" i="1" dirty="0" err="1"/>
              <a:t>Entity</a:t>
            </a:r>
            <a:r>
              <a:rPr lang="es-ES" sz="2000" dirty="0"/>
              <a:t> JPA </a:t>
            </a:r>
            <a:r>
              <a:rPr lang="es-ES" sz="2000" b="1" dirty="0"/>
              <a:t>Departamento</a:t>
            </a:r>
            <a:r>
              <a:rPr lang="es-ES" sz="2000" dirty="0"/>
              <a:t>.</a:t>
            </a:r>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4.- CLASES JPA ENTITY. Atributos</a:t>
            </a:r>
          </a:p>
        </p:txBody>
      </p:sp>
      <p:pic>
        <p:nvPicPr>
          <p:cNvPr id="5" name="Imagen 4">
            <a:extLst>
              <a:ext uri="{FF2B5EF4-FFF2-40B4-BE49-F238E27FC236}">
                <a16:creationId xmlns:a16="http://schemas.microsoft.com/office/drawing/2014/main" id="{ECEE6F57-3099-4B64-8856-5E357F465715}"/>
              </a:ext>
            </a:extLst>
          </p:cNvPr>
          <p:cNvPicPr>
            <a:picLocks noChangeAspect="1"/>
          </p:cNvPicPr>
          <p:nvPr/>
        </p:nvPicPr>
        <p:blipFill>
          <a:blip r:embed="rId3"/>
          <a:stretch>
            <a:fillRect/>
          </a:stretch>
        </p:blipFill>
        <p:spPr>
          <a:xfrm>
            <a:off x="1475656" y="4447475"/>
            <a:ext cx="5832648" cy="2324034"/>
          </a:xfrm>
          <a:prstGeom prst="rect">
            <a:avLst/>
          </a:prstGeom>
        </p:spPr>
      </p:pic>
    </p:spTree>
    <p:extLst>
      <p:ext uri="{BB962C8B-B14F-4D97-AF65-F5344CB8AC3E}">
        <p14:creationId xmlns:p14="http://schemas.microsoft.com/office/powerpoint/2010/main" val="40069348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458788" y="1268760"/>
            <a:ext cx="8229600" cy="5472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u="sng" dirty="0"/>
              <a:t>Atributos </a:t>
            </a:r>
            <a:r>
              <a:rPr lang="es-ES" sz="2000" b="1" u="sng" dirty="0" err="1"/>
              <a:t>Mapped</a:t>
            </a:r>
            <a:r>
              <a:rPr lang="es-ES" sz="2000" b="1" u="sng" dirty="0"/>
              <a:t> </a:t>
            </a:r>
            <a:r>
              <a:rPr lang="es-ES" sz="2000" b="1" u="sng" dirty="0" err="1"/>
              <a:t>By</a:t>
            </a:r>
            <a:endParaRPr lang="es-ES" sz="2000" b="1" u="sng" dirty="0"/>
          </a:p>
          <a:p>
            <a:pPr lvl="0">
              <a:buNone/>
            </a:pPr>
            <a:r>
              <a:rPr lang="es-ES" sz="2000" dirty="0"/>
              <a:t>Una vez que tenemos la </a:t>
            </a:r>
            <a:r>
              <a:rPr lang="es-ES" sz="2000" i="1" dirty="0" err="1"/>
              <a:t>Entity</a:t>
            </a:r>
            <a:r>
              <a:rPr lang="es-ES" sz="2000" i="1" dirty="0"/>
              <a:t> </a:t>
            </a:r>
            <a:r>
              <a:rPr lang="es-ES" sz="2000" i="1" dirty="0" err="1"/>
              <a:t>Class</a:t>
            </a:r>
            <a:r>
              <a:rPr lang="es-ES" sz="2000" i="1" dirty="0"/>
              <a:t> </a:t>
            </a:r>
            <a:r>
              <a:rPr lang="es-ES" sz="2000" b="1" dirty="0"/>
              <a:t>Departamento </a:t>
            </a:r>
            <a:r>
              <a:rPr lang="es-ES" sz="2000" dirty="0"/>
              <a:t>y la </a:t>
            </a:r>
            <a:r>
              <a:rPr lang="es-ES" sz="2000" i="1" dirty="0" err="1"/>
              <a:t>Entity</a:t>
            </a:r>
            <a:r>
              <a:rPr lang="es-ES" sz="2000" i="1" dirty="0"/>
              <a:t> </a:t>
            </a:r>
            <a:r>
              <a:rPr lang="es-ES" sz="2000" i="1" dirty="0" err="1"/>
              <a:t>Class</a:t>
            </a:r>
            <a:r>
              <a:rPr lang="es-ES" sz="2000" i="1" dirty="0"/>
              <a:t> </a:t>
            </a:r>
            <a:r>
              <a:rPr lang="es-ES" sz="2000" b="1" dirty="0"/>
              <a:t>Empleado, </a:t>
            </a:r>
            <a:r>
              <a:rPr lang="es-ES" sz="2000" dirty="0"/>
              <a:t>vamos a añadir a la clase </a:t>
            </a:r>
            <a:r>
              <a:rPr lang="es-ES" sz="2000" b="1" dirty="0"/>
              <a:t>Empleado</a:t>
            </a:r>
            <a:r>
              <a:rPr lang="es-ES" sz="2000" dirty="0"/>
              <a:t> un atributo </a:t>
            </a:r>
            <a:r>
              <a:rPr lang="es-ES" sz="2000" b="1" dirty="0"/>
              <a:t>Departamento</a:t>
            </a:r>
            <a:r>
              <a:rPr lang="es-ES" sz="2000" dirty="0"/>
              <a:t> que referenciará al objeto </a:t>
            </a:r>
            <a:r>
              <a:rPr lang="es-ES" sz="2000" b="1" dirty="0"/>
              <a:t>Departamento </a:t>
            </a:r>
            <a:r>
              <a:rPr lang="es-ES" sz="2000" dirty="0"/>
              <a:t>correspondiente al departamento al que pertenezca cada empleado.</a:t>
            </a:r>
          </a:p>
          <a:p>
            <a:pPr lvl="0">
              <a:buNone/>
            </a:pPr>
            <a:endParaRPr lang="es-ES" sz="2000" dirty="0"/>
          </a:p>
          <a:p>
            <a:pPr lvl="0">
              <a:buNone/>
            </a:pPr>
            <a:endParaRPr lang="es-ES" sz="2000" dirty="0"/>
          </a:p>
          <a:p>
            <a:pPr lvl="0">
              <a:buNone/>
            </a:pPr>
            <a:r>
              <a:rPr lang="es-ES" sz="2000" dirty="0"/>
              <a:t>Y vamos a añadir a la clase </a:t>
            </a:r>
            <a:r>
              <a:rPr lang="es-ES" sz="2000" b="1" dirty="0"/>
              <a:t>Departamento </a:t>
            </a:r>
            <a:r>
              <a:rPr lang="es-ES" sz="2000" dirty="0"/>
              <a:t>un atributo de tipo colección de objetos </a:t>
            </a:r>
            <a:r>
              <a:rPr lang="es-ES" sz="2000" b="1" dirty="0"/>
              <a:t>Empleado </a:t>
            </a:r>
            <a:r>
              <a:rPr lang="es-ES" sz="2000" dirty="0"/>
              <a:t>que referencie a todos los empleados del Departamento.</a:t>
            </a:r>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4.- CLASES JPA ENTITY. Atributos</a:t>
            </a:r>
          </a:p>
        </p:txBody>
      </p:sp>
      <p:pic>
        <p:nvPicPr>
          <p:cNvPr id="3" name="Imagen 2">
            <a:extLst>
              <a:ext uri="{FF2B5EF4-FFF2-40B4-BE49-F238E27FC236}">
                <a16:creationId xmlns:a16="http://schemas.microsoft.com/office/drawing/2014/main" id="{EDA51C2A-559A-93D0-46F5-0CD83373CF26}"/>
              </a:ext>
            </a:extLst>
          </p:cNvPr>
          <p:cNvPicPr>
            <a:picLocks noChangeAspect="1"/>
          </p:cNvPicPr>
          <p:nvPr/>
        </p:nvPicPr>
        <p:blipFill>
          <a:blip r:embed="rId3"/>
          <a:stretch>
            <a:fillRect/>
          </a:stretch>
        </p:blipFill>
        <p:spPr>
          <a:xfrm>
            <a:off x="755577" y="3212977"/>
            <a:ext cx="4248472" cy="749730"/>
          </a:xfrm>
          <a:prstGeom prst="rect">
            <a:avLst/>
          </a:prstGeom>
        </p:spPr>
      </p:pic>
      <p:sp>
        <p:nvSpPr>
          <p:cNvPr id="6" name="CuadroTexto 5">
            <a:extLst>
              <a:ext uri="{FF2B5EF4-FFF2-40B4-BE49-F238E27FC236}">
                <a16:creationId xmlns:a16="http://schemas.microsoft.com/office/drawing/2014/main" id="{6E1E05F2-9D12-C726-FCDB-0284CB7A1D5E}"/>
              </a:ext>
            </a:extLst>
          </p:cNvPr>
          <p:cNvSpPr txBox="1"/>
          <p:nvPr/>
        </p:nvSpPr>
        <p:spPr>
          <a:xfrm>
            <a:off x="5364088" y="3068960"/>
            <a:ext cx="3321124" cy="738664"/>
          </a:xfrm>
          <a:prstGeom prst="rect">
            <a:avLst/>
          </a:prstGeom>
          <a:noFill/>
          <a:ln>
            <a:solidFill>
              <a:schemeClr val="accent1"/>
            </a:solidFill>
          </a:ln>
        </p:spPr>
        <p:txBody>
          <a:bodyPr wrap="square" rtlCol="0">
            <a:spAutoFit/>
          </a:bodyPr>
          <a:lstStyle/>
          <a:p>
            <a:r>
              <a:rPr lang="es-ES" sz="1400" i="1" dirty="0"/>
              <a:t>Se anota con @ManyToOne para indicar la relación varios empleados en un departamento</a:t>
            </a:r>
          </a:p>
        </p:txBody>
      </p:sp>
      <p:pic>
        <p:nvPicPr>
          <p:cNvPr id="8" name="Imagen 7">
            <a:extLst>
              <a:ext uri="{FF2B5EF4-FFF2-40B4-BE49-F238E27FC236}">
                <a16:creationId xmlns:a16="http://schemas.microsoft.com/office/drawing/2014/main" id="{9C350BB4-3E56-346A-F3B9-158D770D515C}"/>
              </a:ext>
            </a:extLst>
          </p:cNvPr>
          <p:cNvPicPr>
            <a:picLocks noChangeAspect="1"/>
          </p:cNvPicPr>
          <p:nvPr/>
        </p:nvPicPr>
        <p:blipFill>
          <a:blip r:embed="rId4"/>
          <a:stretch>
            <a:fillRect/>
          </a:stretch>
        </p:blipFill>
        <p:spPr>
          <a:xfrm>
            <a:off x="755576" y="4993150"/>
            <a:ext cx="4248472" cy="703735"/>
          </a:xfrm>
          <a:prstGeom prst="rect">
            <a:avLst/>
          </a:prstGeom>
        </p:spPr>
      </p:pic>
      <p:sp>
        <p:nvSpPr>
          <p:cNvPr id="9" name="CuadroTexto 8">
            <a:extLst>
              <a:ext uri="{FF2B5EF4-FFF2-40B4-BE49-F238E27FC236}">
                <a16:creationId xmlns:a16="http://schemas.microsoft.com/office/drawing/2014/main" id="{96CBEBA7-C70C-F811-87B3-33EC6291AC53}"/>
              </a:ext>
            </a:extLst>
          </p:cNvPr>
          <p:cNvSpPr txBox="1"/>
          <p:nvPr/>
        </p:nvSpPr>
        <p:spPr>
          <a:xfrm>
            <a:off x="5300836" y="4932086"/>
            <a:ext cx="3321124" cy="1169551"/>
          </a:xfrm>
          <a:prstGeom prst="rect">
            <a:avLst/>
          </a:prstGeom>
          <a:noFill/>
          <a:ln>
            <a:solidFill>
              <a:schemeClr val="accent1"/>
            </a:solidFill>
          </a:ln>
        </p:spPr>
        <p:txBody>
          <a:bodyPr wrap="square" rtlCol="0">
            <a:spAutoFit/>
          </a:bodyPr>
          <a:lstStyle/>
          <a:p>
            <a:r>
              <a:rPr lang="es-ES" sz="1400" i="1" dirty="0"/>
              <a:t>Se anota con @OneToMay para indicar la relación en un departamento hay varios empleados. Se requiere asignar el nombre del atributo de la clase Empleado con que se relaciona la lista.</a:t>
            </a:r>
          </a:p>
        </p:txBody>
      </p:sp>
    </p:spTree>
    <p:extLst>
      <p:ext uri="{BB962C8B-B14F-4D97-AF65-F5344CB8AC3E}">
        <p14:creationId xmlns:p14="http://schemas.microsoft.com/office/powerpoint/2010/main" val="205219889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458788" y="1268760"/>
            <a:ext cx="8229600" cy="5472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u="sng" dirty="0"/>
              <a:t>Atributos </a:t>
            </a:r>
            <a:r>
              <a:rPr lang="es-ES" sz="2000" b="1" u="sng" dirty="0" err="1"/>
              <a:t>Mapped</a:t>
            </a:r>
            <a:r>
              <a:rPr lang="es-ES" sz="2000" b="1" u="sng" dirty="0"/>
              <a:t> </a:t>
            </a:r>
            <a:r>
              <a:rPr lang="es-ES" sz="2000" b="1" u="sng" dirty="0" err="1"/>
              <a:t>By</a:t>
            </a:r>
            <a:endParaRPr lang="es-ES" sz="2000" b="1" u="sng" dirty="0"/>
          </a:p>
          <a:p>
            <a:pPr lvl="0">
              <a:buNone/>
            </a:pPr>
            <a:r>
              <a:rPr lang="es-ES" sz="2000" dirty="0"/>
              <a:t>Ahora vamos a usar la anotación @OneToOne para hacer referencias UNO A UNO entre </a:t>
            </a:r>
            <a:r>
              <a:rPr lang="es-ES" sz="2000" b="1" dirty="0"/>
              <a:t>Empleado</a:t>
            </a:r>
            <a:r>
              <a:rPr lang="es-ES" sz="2000" dirty="0"/>
              <a:t> y </a:t>
            </a:r>
            <a:r>
              <a:rPr lang="es-ES" sz="2000" b="1" dirty="0"/>
              <a:t>Departamento</a:t>
            </a:r>
            <a:r>
              <a:rPr lang="es-ES" sz="2000" dirty="0"/>
              <a:t>. </a:t>
            </a:r>
          </a:p>
          <a:p>
            <a:pPr lvl="0">
              <a:buNone/>
            </a:pPr>
            <a:r>
              <a:rPr lang="es-ES" sz="2000" dirty="0"/>
              <a:t>En </a:t>
            </a:r>
            <a:r>
              <a:rPr lang="es-ES" sz="2000" b="1" dirty="0"/>
              <a:t>Departamento</a:t>
            </a:r>
            <a:r>
              <a:rPr lang="es-ES" sz="2000" dirty="0"/>
              <a:t> vamos a añadir un atributo </a:t>
            </a:r>
            <a:r>
              <a:rPr lang="es-ES" sz="2000" b="1" dirty="0"/>
              <a:t>Empleado</a:t>
            </a:r>
            <a:r>
              <a:rPr lang="es-ES" sz="2000" dirty="0"/>
              <a:t> que sirva para contener quien es el jefe de cada departamento. </a:t>
            </a:r>
          </a:p>
          <a:p>
            <a:pPr lvl="0">
              <a:buNone/>
            </a:pPr>
            <a:endParaRPr lang="es-ES" sz="2000" dirty="0"/>
          </a:p>
          <a:p>
            <a:pPr lvl="0">
              <a:buNone/>
            </a:pPr>
            <a:endParaRPr lang="es-ES" sz="2000" dirty="0"/>
          </a:p>
          <a:p>
            <a:pPr lvl="0">
              <a:buNone/>
            </a:pPr>
            <a:r>
              <a:rPr lang="es-ES" sz="2000" dirty="0"/>
              <a:t>Para reflejar en un empleado que es jefe de un departamento, tenemos dos alternativas: usar un atributo </a:t>
            </a:r>
            <a:r>
              <a:rPr lang="es-ES" sz="2000" b="1" dirty="0" err="1"/>
              <a:t>esJefe</a:t>
            </a:r>
            <a:r>
              <a:rPr lang="es-ES" sz="2000" dirty="0"/>
              <a:t> de tipo booleano o usar un atributo de tipo </a:t>
            </a:r>
            <a:r>
              <a:rPr lang="es-ES" sz="2000" b="1" dirty="0"/>
              <a:t>Departamento </a:t>
            </a:r>
            <a:r>
              <a:rPr lang="es-ES" sz="2000" dirty="0"/>
              <a:t>mapeado a jefe que, si contiene algo es que es jefe del departamento y si tiene </a:t>
            </a:r>
            <a:r>
              <a:rPr lang="es-ES" sz="2000" dirty="0" err="1"/>
              <a:t>null</a:t>
            </a:r>
            <a:r>
              <a:rPr lang="es-ES" sz="2000" dirty="0"/>
              <a:t> no es jefe. Esto se haría así:</a:t>
            </a:r>
          </a:p>
          <a:p>
            <a:pPr lvl="0">
              <a:buNone/>
            </a:pPr>
            <a:endParaRPr lang="es-ES" sz="2000"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4.- CLASES JPA ENTITY. Atributos</a:t>
            </a:r>
          </a:p>
        </p:txBody>
      </p:sp>
      <p:pic>
        <p:nvPicPr>
          <p:cNvPr id="5" name="Imagen 4">
            <a:extLst>
              <a:ext uri="{FF2B5EF4-FFF2-40B4-BE49-F238E27FC236}">
                <a16:creationId xmlns:a16="http://schemas.microsoft.com/office/drawing/2014/main" id="{DFD759FC-7932-16E4-C443-604A3F5E594D}"/>
              </a:ext>
            </a:extLst>
          </p:cNvPr>
          <p:cNvPicPr>
            <a:picLocks noChangeAspect="1"/>
          </p:cNvPicPr>
          <p:nvPr/>
        </p:nvPicPr>
        <p:blipFill>
          <a:blip r:embed="rId3"/>
          <a:stretch>
            <a:fillRect/>
          </a:stretch>
        </p:blipFill>
        <p:spPr>
          <a:xfrm>
            <a:off x="2195735" y="3353980"/>
            <a:ext cx="4248471" cy="712318"/>
          </a:xfrm>
          <a:prstGeom prst="rect">
            <a:avLst/>
          </a:prstGeom>
        </p:spPr>
      </p:pic>
      <p:pic>
        <p:nvPicPr>
          <p:cNvPr id="10" name="Imagen 9">
            <a:extLst>
              <a:ext uri="{FF2B5EF4-FFF2-40B4-BE49-F238E27FC236}">
                <a16:creationId xmlns:a16="http://schemas.microsoft.com/office/drawing/2014/main" id="{195512DF-4026-8355-6FE7-1FB2342843D5}"/>
              </a:ext>
            </a:extLst>
          </p:cNvPr>
          <p:cNvPicPr>
            <a:picLocks noChangeAspect="1"/>
          </p:cNvPicPr>
          <p:nvPr/>
        </p:nvPicPr>
        <p:blipFill>
          <a:blip r:embed="rId4"/>
          <a:stretch>
            <a:fillRect/>
          </a:stretch>
        </p:blipFill>
        <p:spPr>
          <a:xfrm>
            <a:off x="2339751" y="5875293"/>
            <a:ext cx="4248471" cy="700032"/>
          </a:xfrm>
          <a:prstGeom prst="rect">
            <a:avLst/>
          </a:prstGeom>
        </p:spPr>
      </p:pic>
    </p:spTree>
    <p:extLst>
      <p:ext uri="{BB962C8B-B14F-4D97-AF65-F5344CB8AC3E}">
        <p14:creationId xmlns:p14="http://schemas.microsoft.com/office/powerpoint/2010/main" val="312018045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458788" y="1268760"/>
            <a:ext cx="8229600" cy="5472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u="sng" dirty="0" err="1"/>
              <a:t>Primary</a:t>
            </a:r>
            <a:r>
              <a:rPr lang="es-ES" sz="2000" b="1" u="sng" dirty="0"/>
              <a:t> Key</a:t>
            </a:r>
          </a:p>
          <a:p>
            <a:pPr lvl="0">
              <a:buNone/>
            </a:pPr>
            <a:r>
              <a:rPr lang="es-ES" sz="2000" dirty="0"/>
              <a:t>Como ya hemos visto, toda </a:t>
            </a:r>
            <a:r>
              <a:rPr lang="es-ES" sz="2000" i="1" dirty="0" err="1"/>
              <a:t>Entity</a:t>
            </a:r>
            <a:r>
              <a:rPr lang="es-ES" sz="2000" i="1" dirty="0"/>
              <a:t> </a:t>
            </a:r>
            <a:r>
              <a:rPr lang="es-ES" sz="2000" i="1" dirty="0" err="1"/>
              <a:t>Class</a:t>
            </a:r>
            <a:r>
              <a:rPr lang="es-ES" sz="2000" i="1" dirty="0"/>
              <a:t> </a:t>
            </a:r>
            <a:r>
              <a:rPr lang="es-ES" sz="2000" dirty="0"/>
              <a:t>debe contener un atributo </a:t>
            </a:r>
            <a:r>
              <a:rPr lang="es-ES" sz="2000" b="1" dirty="0"/>
              <a:t>Id</a:t>
            </a:r>
            <a:r>
              <a:rPr lang="es-ES" sz="2000" dirty="0"/>
              <a:t> o </a:t>
            </a:r>
            <a:r>
              <a:rPr lang="es-ES" sz="2000" b="1" dirty="0" err="1"/>
              <a:t>Primary</a:t>
            </a:r>
            <a:r>
              <a:rPr lang="es-ES" sz="2000" b="1" dirty="0"/>
              <a:t> Key. </a:t>
            </a:r>
          </a:p>
          <a:p>
            <a:pPr lvl="0">
              <a:buNone/>
            </a:pPr>
            <a:r>
              <a:rPr lang="es-ES" sz="2000" dirty="0"/>
              <a:t>Una vez almacenado un objeto persistente, ya no será posible modificar su </a:t>
            </a:r>
            <a:r>
              <a:rPr lang="es-ES" sz="2000" b="1" dirty="0"/>
              <a:t>Id</a:t>
            </a:r>
            <a:r>
              <a:rPr lang="es-ES" sz="2000" dirty="0"/>
              <a:t>.</a:t>
            </a:r>
          </a:p>
          <a:p>
            <a:pPr lvl="0">
              <a:buNone/>
            </a:pPr>
            <a:r>
              <a:rPr lang="es-ES" sz="2000" dirty="0"/>
              <a:t>Por defecto, cuando se crea un atributo @Id, se crea de tipo </a:t>
            </a:r>
            <a:r>
              <a:rPr lang="es-ES" sz="2000" b="1" dirty="0" err="1"/>
              <a:t>long</a:t>
            </a:r>
            <a:r>
              <a:rPr lang="es-ES" sz="2000" b="1" dirty="0"/>
              <a:t> </a:t>
            </a:r>
            <a:r>
              <a:rPr lang="es-ES" sz="2000" dirty="0"/>
              <a:t>y autoincrementado, usando las siguientes anotaciones:</a:t>
            </a:r>
          </a:p>
          <a:p>
            <a:pPr lvl="0">
              <a:buNone/>
            </a:pPr>
            <a:endParaRPr lang="es-ES" sz="2000" dirty="0"/>
          </a:p>
          <a:p>
            <a:pPr lvl="0">
              <a:buNone/>
            </a:pPr>
            <a:endParaRPr lang="es-ES" sz="2000" dirty="0"/>
          </a:p>
          <a:p>
            <a:pPr lvl="0">
              <a:buNone/>
            </a:pPr>
            <a:r>
              <a:rPr lang="es-ES" sz="2000" dirty="0"/>
              <a:t>Eso que se hace por defecto, es equivalente a establecer la estrategia de generación de valores de esta forma:</a:t>
            </a:r>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4.- CLASES JPA ENTITY. Atributos</a:t>
            </a:r>
          </a:p>
        </p:txBody>
      </p:sp>
      <p:pic>
        <p:nvPicPr>
          <p:cNvPr id="3" name="Imagen 2">
            <a:extLst>
              <a:ext uri="{FF2B5EF4-FFF2-40B4-BE49-F238E27FC236}">
                <a16:creationId xmlns:a16="http://schemas.microsoft.com/office/drawing/2014/main" id="{4E6D108E-A45D-EEBA-DC25-695D3A1456B0}"/>
              </a:ext>
            </a:extLst>
          </p:cNvPr>
          <p:cNvPicPr>
            <a:picLocks noChangeAspect="1"/>
          </p:cNvPicPr>
          <p:nvPr/>
        </p:nvPicPr>
        <p:blipFill>
          <a:blip r:embed="rId3"/>
          <a:stretch>
            <a:fillRect/>
          </a:stretch>
        </p:blipFill>
        <p:spPr>
          <a:xfrm>
            <a:off x="1866900" y="3861048"/>
            <a:ext cx="3569196" cy="967705"/>
          </a:xfrm>
          <a:prstGeom prst="rect">
            <a:avLst/>
          </a:prstGeom>
        </p:spPr>
      </p:pic>
      <p:pic>
        <p:nvPicPr>
          <p:cNvPr id="7" name="Imagen 6">
            <a:extLst>
              <a:ext uri="{FF2B5EF4-FFF2-40B4-BE49-F238E27FC236}">
                <a16:creationId xmlns:a16="http://schemas.microsoft.com/office/drawing/2014/main" id="{E6F546A7-8125-4585-E83B-E378DD194FBA}"/>
              </a:ext>
            </a:extLst>
          </p:cNvPr>
          <p:cNvPicPr>
            <a:picLocks noChangeAspect="1"/>
          </p:cNvPicPr>
          <p:nvPr/>
        </p:nvPicPr>
        <p:blipFill>
          <a:blip r:embed="rId4"/>
          <a:stretch>
            <a:fillRect/>
          </a:stretch>
        </p:blipFill>
        <p:spPr>
          <a:xfrm>
            <a:off x="1481784" y="5665787"/>
            <a:ext cx="4890416" cy="894447"/>
          </a:xfrm>
          <a:prstGeom prst="rect">
            <a:avLst/>
          </a:prstGeom>
        </p:spPr>
      </p:pic>
    </p:spTree>
    <p:extLst>
      <p:ext uri="{BB962C8B-B14F-4D97-AF65-F5344CB8AC3E}">
        <p14:creationId xmlns:p14="http://schemas.microsoft.com/office/powerpoint/2010/main" val="352621739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458788" y="926381"/>
            <a:ext cx="8229600" cy="5472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u="sng" dirty="0" err="1"/>
              <a:t>Primary</a:t>
            </a:r>
            <a:r>
              <a:rPr lang="es-ES" sz="2000" b="1" u="sng" dirty="0"/>
              <a:t> Key</a:t>
            </a:r>
          </a:p>
          <a:p>
            <a:pPr lvl="0">
              <a:buNone/>
            </a:pPr>
            <a:r>
              <a:rPr lang="es-ES" sz="2000" dirty="0"/>
              <a:t>Hay otras estrategias de generación automática de valores a un Id</a:t>
            </a:r>
            <a:r>
              <a:rPr lang="es-ES" sz="2000" b="1" dirty="0"/>
              <a:t>. </a:t>
            </a:r>
            <a:r>
              <a:rPr lang="es-ES" sz="2000" dirty="0"/>
              <a:t>Aunque no las vamos a usar, puedes consultarlas en:</a:t>
            </a:r>
          </a:p>
          <a:p>
            <a:pPr lvl="0">
              <a:buNone/>
            </a:pPr>
            <a:r>
              <a:rPr lang="es-ES" sz="1800" b="1" i="1" dirty="0">
                <a:solidFill>
                  <a:schemeClr val="accent6">
                    <a:lumMod val="60000"/>
                    <a:lumOff val="40000"/>
                  </a:schemeClr>
                </a:solidFill>
                <a:hlinkClick r:id="rId3">
                  <a:extLst>
                    <a:ext uri="{A12FA001-AC4F-418D-AE19-62706E023703}">
                      <ahyp:hlinkClr xmlns:ahyp="http://schemas.microsoft.com/office/drawing/2018/hyperlinkcolor" val="tx"/>
                    </a:ext>
                  </a:extLst>
                </a:hlinkClick>
              </a:rPr>
              <a:t>https://www.objectdb.com/java/jpa/entity/generated#the_identity_strategy</a:t>
            </a:r>
            <a:endParaRPr lang="es-ES" sz="1800" b="1" i="1" dirty="0">
              <a:solidFill>
                <a:schemeClr val="accent6">
                  <a:lumMod val="60000"/>
                  <a:lumOff val="40000"/>
                </a:schemeClr>
              </a:solidFill>
            </a:endParaRPr>
          </a:p>
          <a:p>
            <a:pPr lvl="0">
              <a:buNone/>
            </a:pPr>
            <a:r>
              <a:rPr lang="es-ES" sz="2000" dirty="0"/>
              <a:t>Aunque un Id sea de generación </a:t>
            </a:r>
            <a:r>
              <a:rPr lang="es-ES" sz="2000" b="1" dirty="0"/>
              <a:t>automática</a:t>
            </a:r>
            <a:r>
              <a:rPr lang="es-ES" sz="2000" dirty="0"/>
              <a:t>, se le pueden asignar valores. En su caso, el generador automático no se </a:t>
            </a:r>
            <a:r>
              <a:rPr lang="es-ES" sz="2000" dirty="0" err="1"/>
              <a:t>resincroniza</a:t>
            </a:r>
            <a:r>
              <a:rPr lang="es-ES" sz="2000" dirty="0"/>
              <a:t> a esos valores asignados. </a:t>
            </a:r>
          </a:p>
          <a:p>
            <a:pPr lvl="0">
              <a:buNone/>
            </a:pPr>
            <a:r>
              <a:rPr lang="es-ES" sz="2000" dirty="0"/>
              <a:t>Para hacer que un Id no sea de generación automática, haríamos:</a:t>
            </a:r>
          </a:p>
          <a:p>
            <a:pPr lvl="0">
              <a:buNone/>
            </a:pPr>
            <a:endParaRPr lang="es-ES" sz="2000" dirty="0"/>
          </a:p>
          <a:p>
            <a:pPr lvl="0">
              <a:buNone/>
            </a:pPr>
            <a:endParaRPr lang="es-ES" sz="2000" b="1" dirty="0"/>
          </a:p>
          <a:p>
            <a:pPr lvl="0">
              <a:buNone/>
            </a:pPr>
            <a:r>
              <a:rPr lang="es-ES" sz="2000" dirty="0"/>
              <a:t>Para almacenar cada objeto con un Id de tipo UUID, haríamos:</a:t>
            </a:r>
          </a:p>
          <a:p>
            <a:pPr lvl="0">
              <a:buNone/>
            </a:pPr>
            <a:endParaRPr lang="es-ES" sz="2000" dirty="0"/>
          </a:p>
          <a:p>
            <a:pPr lvl="0">
              <a:buNone/>
            </a:pPr>
            <a:endParaRPr lang="es-ES" sz="2000"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4.- CLASES JPA ENTITY. Atributos</a:t>
            </a:r>
          </a:p>
        </p:txBody>
      </p:sp>
      <p:pic>
        <p:nvPicPr>
          <p:cNvPr id="5" name="Imagen 4">
            <a:extLst>
              <a:ext uri="{FF2B5EF4-FFF2-40B4-BE49-F238E27FC236}">
                <a16:creationId xmlns:a16="http://schemas.microsoft.com/office/drawing/2014/main" id="{27D759F2-3CCF-0193-2D60-81AA0AB08C2F}"/>
              </a:ext>
            </a:extLst>
          </p:cNvPr>
          <p:cNvPicPr>
            <a:picLocks noChangeAspect="1"/>
          </p:cNvPicPr>
          <p:nvPr/>
        </p:nvPicPr>
        <p:blipFill>
          <a:blip r:embed="rId4"/>
          <a:stretch>
            <a:fillRect/>
          </a:stretch>
        </p:blipFill>
        <p:spPr>
          <a:xfrm>
            <a:off x="2843808" y="3988464"/>
            <a:ext cx="2400300" cy="942975"/>
          </a:xfrm>
          <a:prstGeom prst="rect">
            <a:avLst/>
          </a:prstGeom>
        </p:spPr>
      </p:pic>
      <p:pic>
        <p:nvPicPr>
          <p:cNvPr id="8" name="Imagen 7">
            <a:extLst>
              <a:ext uri="{FF2B5EF4-FFF2-40B4-BE49-F238E27FC236}">
                <a16:creationId xmlns:a16="http://schemas.microsoft.com/office/drawing/2014/main" id="{753F8A06-9396-480B-FF2F-06335CF959C6}"/>
              </a:ext>
            </a:extLst>
          </p:cNvPr>
          <p:cNvPicPr>
            <a:picLocks noChangeAspect="1"/>
          </p:cNvPicPr>
          <p:nvPr/>
        </p:nvPicPr>
        <p:blipFill>
          <a:blip r:embed="rId5"/>
          <a:stretch>
            <a:fillRect/>
          </a:stretch>
        </p:blipFill>
        <p:spPr>
          <a:xfrm>
            <a:off x="1724620" y="5373216"/>
            <a:ext cx="6123051" cy="942975"/>
          </a:xfrm>
          <a:prstGeom prst="rect">
            <a:avLst/>
          </a:prstGeom>
        </p:spPr>
      </p:pic>
    </p:spTree>
    <p:extLst>
      <p:ext uri="{BB962C8B-B14F-4D97-AF65-F5344CB8AC3E}">
        <p14:creationId xmlns:p14="http://schemas.microsoft.com/office/powerpoint/2010/main" val="91699619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323528" y="1052736"/>
            <a:ext cx="8364860" cy="5472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u="sng" dirty="0"/>
              <a:t>Evolución del esquema</a:t>
            </a:r>
          </a:p>
          <a:p>
            <a:pPr lvl="0">
              <a:buNone/>
            </a:pPr>
            <a:r>
              <a:rPr lang="es-ES" sz="2000" dirty="0"/>
              <a:t>Cuando se modifica el esquema de la base de datos (se añade un atributo, se elimina, se cambia de tipo, se añade una clase, etc.), si un objeto guardado con el esquema antiguo se lee, se convierte automáticamente en una instancia actualizada de la clase.</a:t>
            </a:r>
          </a:p>
          <a:p>
            <a:pPr lvl="0">
              <a:buNone/>
            </a:pPr>
            <a:r>
              <a:rPr lang="es-ES" sz="2000" dirty="0"/>
              <a:t>Mientras un objeto "antiguo" no se lea, permanecerá como instancia del esquema antiguo.</a:t>
            </a:r>
          </a:p>
          <a:p>
            <a:pPr lvl="0">
              <a:buNone/>
            </a:pPr>
            <a:r>
              <a:rPr lang="es-ES" sz="2000" dirty="0"/>
              <a:t>Cuando se actualizan los objetos a un esquema nuevo, hay unas reglas que se cumplen en la transformación de los datos como, por ejemplo:</a:t>
            </a:r>
          </a:p>
          <a:p>
            <a:pPr marL="342900" indent="-342900"/>
            <a:r>
              <a:rPr lang="es-ES" sz="2000" i="1" dirty="0"/>
              <a:t>Los atributos del esquema antiguo que no tienen atributos coincidentes en el nuevo esquema simplemente se ignoran (y se pierde su contenido)</a:t>
            </a:r>
          </a:p>
          <a:p>
            <a:pPr lvl="0">
              <a:buNone/>
            </a:pPr>
            <a:endParaRPr lang="es-ES" sz="2000"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4.- CLASES JPA ENTITY. Atributos</a:t>
            </a:r>
          </a:p>
        </p:txBody>
      </p:sp>
      <p:sp>
        <p:nvSpPr>
          <p:cNvPr id="3" name="CuadroTexto 2">
            <a:extLst>
              <a:ext uri="{FF2B5EF4-FFF2-40B4-BE49-F238E27FC236}">
                <a16:creationId xmlns:a16="http://schemas.microsoft.com/office/drawing/2014/main" id="{206792B1-6598-F042-89EF-0DBFE2C2F444}"/>
              </a:ext>
            </a:extLst>
          </p:cNvPr>
          <p:cNvSpPr txBox="1"/>
          <p:nvPr/>
        </p:nvSpPr>
        <p:spPr>
          <a:xfrm>
            <a:off x="323528" y="5499682"/>
            <a:ext cx="8228012" cy="923330"/>
          </a:xfrm>
          <a:prstGeom prst="rect">
            <a:avLst/>
          </a:prstGeom>
          <a:solidFill>
            <a:schemeClr val="accent5">
              <a:lumMod val="40000"/>
              <a:lumOff val="60000"/>
            </a:schemeClr>
          </a:solidFill>
        </p:spPr>
        <p:txBody>
          <a:bodyPr wrap="square" rtlCol="0">
            <a:spAutoFit/>
          </a:bodyPr>
          <a:lstStyle/>
          <a:p>
            <a:r>
              <a:rPr lang="es-ES" sz="1800" b="1" dirty="0"/>
              <a:t>Pero estas reglas, como se aplican con cierta lógica, no es necesario que las tengamos en cuenta.</a:t>
            </a:r>
          </a:p>
          <a:p>
            <a:endParaRPr lang="es-ES" dirty="0"/>
          </a:p>
        </p:txBody>
      </p:sp>
    </p:spTree>
    <p:extLst>
      <p:ext uri="{BB962C8B-B14F-4D97-AF65-F5344CB8AC3E}">
        <p14:creationId xmlns:p14="http://schemas.microsoft.com/office/powerpoint/2010/main" val="251479363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Tema d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ema de Office">
      <a:majorFont>
        <a:latin typeface="Calibri"/>
        <a:ea typeface="Microsoft YaHei"/>
        <a:cs typeface=""/>
      </a:majorFont>
      <a:minorFont>
        <a:latin typeface="Calibri"/>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ea typeface="Microsoft YaHei"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ea typeface="Microsoft YaHei" charset="-122"/>
          </a:defRPr>
        </a:defPPr>
      </a:lstStyle>
    </a:lnDef>
  </a:objectDefaults>
  <a:extraClrSchemeLst>
    <a:extraClrScheme>
      <a:clrScheme name="Tema d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ma de 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ma de 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ma de 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ma de 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ma de 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ma de 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Tema de Office">
  <a:themeElements>
    <a:clrScheme name="Tema d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ema de Office">
      <a:majorFont>
        <a:latin typeface="Calibri"/>
        <a:ea typeface="Microsoft YaHei"/>
        <a:cs typeface=""/>
      </a:majorFont>
      <a:minorFont>
        <a:latin typeface="Calibri"/>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ea typeface="Microsoft YaHei"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ea typeface="Microsoft YaHei" charset="-122"/>
          </a:defRPr>
        </a:defPPr>
      </a:lstStyle>
    </a:lnDef>
  </a:objectDefaults>
  <a:extraClrSchemeLst>
    <a:extraClrScheme>
      <a:clrScheme name="Tema d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ma de 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ma de 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ma de 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ma de 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ma de 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ma de 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13160</TotalTime>
  <Words>1389</Words>
  <Application>Microsoft Office PowerPoint</Application>
  <PresentationFormat>Presentación en pantalla (4:3)</PresentationFormat>
  <Paragraphs>123</Paragraphs>
  <Slides>15</Slides>
  <Notes>15</Notes>
  <HiddenSlides>0</HiddenSlides>
  <MMClips>0</MMClips>
  <ScaleCrop>false</ScaleCrop>
  <HeadingPairs>
    <vt:vector size="6" baseType="variant">
      <vt:variant>
        <vt:lpstr>Fuentes usadas</vt:lpstr>
      </vt:variant>
      <vt:variant>
        <vt:i4>4</vt:i4>
      </vt:variant>
      <vt:variant>
        <vt:lpstr>Tema</vt:lpstr>
      </vt:variant>
      <vt:variant>
        <vt:i4>2</vt:i4>
      </vt:variant>
      <vt:variant>
        <vt:lpstr>Títulos de diapositiva</vt:lpstr>
      </vt:variant>
      <vt:variant>
        <vt:i4>15</vt:i4>
      </vt:variant>
    </vt:vector>
  </HeadingPairs>
  <TitlesOfParts>
    <vt:vector size="21" baseType="lpstr">
      <vt:lpstr>Arial</vt:lpstr>
      <vt:lpstr>Calibri</vt:lpstr>
      <vt:lpstr>Times New Roman</vt:lpstr>
      <vt:lpstr>Wingdings</vt:lpstr>
      <vt:lpstr>Tema de Office</vt:lpstr>
      <vt:lpstr>1_Tema de Office</vt:lpstr>
      <vt:lpstr>ACCESO A BASES DE DATOS ORIENTADAS A OBJETOS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MANEJO DE CONECTORES</dc:title>
  <dc:creator>LuisHerrero</dc:creator>
  <cp:lastModifiedBy>Luis Jesús Herrero de Cos</cp:lastModifiedBy>
  <cp:revision>141</cp:revision>
  <cp:lastPrinted>1601-01-01T00:00:00Z</cp:lastPrinted>
  <dcterms:created xsi:type="dcterms:W3CDTF">1601-01-01T00:00:00Z</dcterms:created>
  <dcterms:modified xsi:type="dcterms:W3CDTF">2022-12-19T09:30:13Z</dcterms:modified>
</cp:coreProperties>
</file>